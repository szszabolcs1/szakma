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3" r:id="rId1"/>
  </p:sldMasterIdLst>
  <p:notesMasterIdLst>
    <p:notesMasterId r:id="rId17"/>
  </p:notesMasterIdLst>
  <p:sldIdLst>
    <p:sldId id="312" r:id="rId2"/>
    <p:sldId id="314" r:id="rId3"/>
    <p:sldId id="333" r:id="rId4"/>
    <p:sldId id="317" r:id="rId5"/>
    <p:sldId id="319" r:id="rId6"/>
    <p:sldId id="320" r:id="rId7"/>
    <p:sldId id="321" r:id="rId8"/>
    <p:sldId id="336" r:id="rId9"/>
    <p:sldId id="322" r:id="rId10"/>
    <p:sldId id="327" r:id="rId11"/>
    <p:sldId id="335" r:id="rId12"/>
    <p:sldId id="334" r:id="rId13"/>
    <p:sldId id="332" r:id="rId14"/>
    <p:sldId id="286" r:id="rId15"/>
    <p:sldId id="328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BC43F1-F20E-423B-B8D5-B1E0B11B6E46}">
  <a:tblStyle styleId="{ACBC43F1-F20E-423B-B8D5-B1E0B11B6E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21F297E-AEF1-4633-8FF3-C2A2170D6BF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087" autoAdjust="0"/>
  </p:normalViewPr>
  <p:slideViewPr>
    <p:cSldViewPr snapToGrid="0">
      <p:cViewPr varScale="1">
        <p:scale>
          <a:sx n="114" d="100"/>
          <a:sy n="114" d="100"/>
        </p:scale>
        <p:origin x="15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5985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 projektünk célja egy modern, bővíthető és megbízható hálózat megtervezése, kiépítése.  A feladatban a felsorolt követelményeket kellett teljesítenünk úgy, hogy tudjunk azonosulni a projekttel. ezért egy képzeletbeli elektromos autókat gyártó cég számára készítettük el a prototípust.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4935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2804325be90_2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2804325be90_2_6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3215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7f1648fd5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f1648fd5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5800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7f1648fd5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f1648fd5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Single</a:t>
            </a:r>
            <a:r>
              <a:rPr lang="hu-HU" dirty="0"/>
              <a:t> </a:t>
            </a:r>
            <a:r>
              <a:rPr lang="hu-HU" dirty="0" err="1"/>
              <a:t>Multihomed</a:t>
            </a:r>
            <a:r>
              <a:rPr lang="hu-HU" dirty="0"/>
              <a:t> internetkapcsolatot egészíti ki a HSRP és a Dinamikus NAT, hogy mindig legyen internetkapcsolat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Kapcsolók redundánsan vannak összekötve, amin futnak a VLAN-ok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Vezeték nélküli hálózat a mobil eszközöknek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IPSec</a:t>
            </a:r>
            <a:r>
              <a:rPr lang="hu-HU" dirty="0"/>
              <a:t> GRE </a:t>
            </a:r>
            <a:r>
              <a:rPr lang="hu-HU" dirty="0" err="1"/>
              <a:t>Tunnel</a:t>
            </a:r>
            <a:r>
              <a:rPr lang="hu-HU" dirty="0"/>
              <a:t> (VPN)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Windows szerver szolgáltatások: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    DHCP, DNS, </a:t>
            </a:r>
            <a:r>
              <a:rPr lang="hu-HU" dirty="0" err="1"/>
              <a:t>Active</a:t>
            </a:r>
            <a:r>
              <a:rPr lang="hu-HU" dirty="0"/>
              <a:t> </a:t>
            </a:r>
            <a:r>
              <a:rPr lang="hu-HU" dirty="0" err="1"/>
              <a:t>Directory</a:t>
            </a:r>
            <a:endParaRPr lang="hu-H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csoportok, megosztott mappa, csoportházirend, biztonsági beállítások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5521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7f1648fd5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f1648fd5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hu-HU" dirty="0"/>
              <a:t>IPv4 és Ipv6 címzés a </a:t>
            </a:r>
            <a:r>
              <a:rPr lang="hu-HU" dirty="0" err="1"/>
              <a:t>robotkank</a:t>
            </a:r>
            <a:r>
              <a:rPr lang="hu-HU" dirty="0"/>
              <a:t>, munkaállomásoknak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hu-HU" dirty="0"/>
              <a:t>LACP </a:t>
            </a:r>
            <a:r>
              <a:rPr lang="hu-HU" dirty="0" err="1"/>
              <a:t>Etherchannel</a:t>
            </a:r>
            <a:r>
              <a:rPr lang="hu-HU" dirty="0"/>
              <a:t>, hogy hibatűrő legyen a kapcsolat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hu-HU" dirty="0"/>
              <a:t>Vezeték nélküli hálózat az irodában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hu-HU" dirty="0"/>
              <a:t>Windows szerver szolgáltatásai: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hu-HU" dirty="0"/>
              <a:t>    DHCP, DNS, </a:t>
            </a:r>
            <a:r>
              <a:rPr lang="hu-HU" dirty="0" err="1"/>
              <a:t>Active</a:t>
            </a:r>
            <a:r>
              <a:rPr lang="hu-HU" dirty="0"/>
              <a:t> </a:t>
            </a:r>
            <a:r>
              <a:rPr lang="hu-HU" dirty="0" err="1"/>
              <a:t>Directory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hu-HU" dirty="0"/>
              <a:t>szoftver és frissítés telepítés,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7702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7f1648fd5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f1648fd5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Statikus NAT a weboldalnak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IPSec</a:t>
            </a:r>
            <a:r>
              <a:rPr lang="hu-HU" dirty="0"/>
              <a:t> GRE </a:t>
            </a:r>
            <a:r>
              <a:rPr lang="hu-HU" dirty="0" err="1"/>
              <a:t>Tunnel</a:t>
            </a:r>
            <a:r>
              <a:rPr lang="hu-HU" dirty="0"/>
              <a:t> (VPN) az irodával történő kommunikációra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VLAN-ok, </a:t>
            </a:r>
            <a:r>
              <a:rPr lang="hu-HU" dirty="0" err="1"/>
              <a:t>voice</a:t>
            </a:r>
            <a:r>
              <a:rPr lang="hu-HU" dirty="0"/>
              <a:t>, forgalom, rendszergazda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Linux kiszolgáló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    DHCP, DNS, Webszerver</a:t>
            </a:r>
          </a:p>
        </p:txBody>
      </p:sp>
    </p:spTree>
    <p:extLst>
      <p:ext uri="{BB962C8B-B14F-4D97-AF65-F5344CB8AC3E}">
        <p14:creationId xmlns:p14="http://schemas.microsoft.com/office/powerpoint/2010/main" val="3633602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leggyengébb pont az ember,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rack</a:t>
            </a:r>
            <a:r>
              <a:rPr lang="hu-HU" dirty="0"/>
              <a:t> és tárolószekrény a szervereknek és hálózati eszközöknek, véd a külső hatásoktól: por, ütés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jelszavak: eszközökön erős, felhasználóknak egyszerű megjegyezhető, vicc: rendszergazda jelszóállítgatás folyton, eszközre ragasztószalagra felírva, alma123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port </a:t>
            </a:r>
            <a:r>
              <a:rPr lang="hu-HU" dirty="0" err="1"/>
              <a:t>security</a:t>
            </a:r>
            <a:r>
              <a:rPr lang="hu-HU" dirty="0"/>
              <a:t>: alap, amit nem használunk, ne legyen elérhető.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tűzfal: kell mert a helyi hálózatot megfertőzi </a:t>
            </a:r>
            <a:r>
              <a:rPr lang="hu-HU" dirty="0" err="1"/>
              <a:t>elemér</a:t>
            </a:r>
            <a:r>
              <a:rPr lang="hu-HU" dirty="0"/>
              <a:t> a pornós reklámra kattintással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1948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2804325be90_2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2804325be90_2_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1279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0434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csoportházirend érvényesül: Háttérben történik: helyi hálózat, </a:t>
            </a:r>
            <a:r>
              <a:rPr lang="hu-HU" dirty="0" err="1"/>
              <a:t>dns</a:t>
            </a:r>
            <a:r>
              <a:rPr lang="hu-HU" dirty="0"/>
              <a:t>, </a:t>
            </a:r>
            <a:r>
              <a:rPr lang="hu-HU" dirty="0" err="1"/>
              <a:t>dhcp</a:t>
            </a:r>
            <a:r>
              <a:rPr lang="hu-HU" dirty="0"/>
              <a:t>, tartományba lépés</a:t>
            </a:r>
          </a:p>
        </p:txBody>
      </p:sp>
    </p:spTree>
    <p:extLst>
      <p:ext uri="{BB962C8B-B14F-4D97-AF65-F5344CB8AC3E}">
        <p14:creationId xmlns:p14="http://schemas.microsoft.com/office/powerpoint/2010/main" val="2376550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2804325be90_2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2804325be90_2_6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9566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begin with coming up with an idea — this is where we brainstorm, evaluate different possibilities, and select a project that meets the requirements and we actually like.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Once the idea is finalized, we move on to creating a simulation. At this stage, we start building a simulated version or prototype of the project to test out core concepts.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Next comes testing — a crucial step to ensure that everything functions as expected. We test different protocols and overall network behavior.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issues arise, we enter the debugging and error removal phase. Here we identify bugs, fix problems, and refine our configs or design.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parallel, we also focus on applying what we’ve learnt in the meantime — incorporating anything new </a:t>
            </a:r>
            <a:r>
              <a:rPr lang="en-US" dirty="0" err="1"/>
              <a:t>lernt</a:t>
            </a:r>
            <a:r>
              <a:rPr lang="en-US" dirty="0"/>
              <a:t> during the school year.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Then, we move to documenting everything, where we carefully record the development process, challenges, and solutions for future reference and presentation.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we approach completion, we add the finishing touches, polishing the final product to ensure it's presentable and fully functional.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After everything is done, we have a complete project that we can present to the judges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5079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d5260bdd85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d5260bdd85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we've worked together before, we knew what each of us were good at, so we shared the responsibilities accordingly. 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4642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11150" y="1424638"/>
            <a:ext cx="5637300" cy="17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11150" y="3243063"/>
            <a:ext cx="4528800" cy="475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37901" y="3243079"/>
            <a:ext cx="5215451" cy="511367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714650" y="2338425"/>
            <a:ext cx="43314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3790850" y="1165325"/>
            <a:ext cx="1318500" cy="9159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/>
          <p:nvPr/>
        </p:nvSpPr>
        <p:spPr>
          <a:xfrm rot="-5400000">
            <a:off x="6906049" y="2939654"/>
            <a:ext cx="5215451" cy="511367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31" name="Google Shape;31;p6"/>
          <p:cNvPicPr preferRelativeResize="0"/>
          <p:nvPr/>
        </p:nvPicPr>
        <p:blipFill rotWithShape="1">
          <a:blip r:embed="rId2">
            <a:alphaModFix/>
          </a:blip>
          <a:srcRect t="61776"/>
          <a:stretch/>
        </p:blipFill>
        <p:spPr>
          <a:xfrm flipH="1">
            <a:off x="25" y="4878926"/>
            <a:ext cx="9144003" cy="26457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/>
          <p:nvPr/>
        </p:nvSpPr>
        <p:spPr>
          <a:xfrm rot="-5400000" flipH="1">
            <a:off x="6164623" y="-2882478"/>
            <a:ext cx="4099350" cy="401935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l="39171" r="5368"/>
          <a:stretch/>
        </p:blipFill>
        <p:spPr>
          <a:xfrm rot="10800000" flipH="1">
            <a:off x="7670188" y="0"/>
            <a:ext cx="300522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8"/>
          <p:cNvPicPr preferRelativeResize="0"/>
          <p:nvPr/>
        </p:nvPicPr>
        <p:blipFill rotWithShape="1">
          <a:blip r:embed="rId2">
            <a:alphaModFix/>
          </a:blip>
          <a:srcRect l="39171" r="5368"/>
          <a:stretch/>
        </p:blipFill>
        <p:spPr>
          <a:xfrm flipH="1">
            <a:off x="-1531412" y="0"/>
            <a:ext cx="300522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0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2376250" y="2092425"/>
            <a:ext cx="43914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title" idx="2" hasCustomPrompt="1"/>
          </p:nvPr>
        </p:nvSpPr>
        <p:spPr>
          <a:xfrm>
            <a:off x="3790850" y="1038725"/>
            <a:ext cx="1318500" cy="9159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5"/>
          <p:cNvSpPr/>
          <p:nvPr/>
        </p:nvSpPr>
        <p:spPr>
          <a:xfrm rot="-7673915">
            <a:off x="6697485" y="-3048286"/>
            <a:ext cx="5215501" cy="511372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0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972050" y="2338425"/>
            <a:ext cx="45357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title" idx="2" hasCustomPrompt="1"/>
          </p:nvPr>
        </p:nvSpPr>
        <p:spPr>
          <a:xfrm>
            <a:off x="4189350" y="1165325"/>
            <a:ext cx="1318500" cy="9159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  <p:transition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872400" y="1637550"/>
            <a:ext cx="29283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ubTitle" idx="1"/>
          </p:nvPr>
        </p:nvSpPr>
        <p:spPr>
          <a:xfrm>
            <a:off x="872400" y="2700750"/>
            <a:ext cx="29283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 rotWithShape="1">
          <a:blip r:embed="rId2">
            <a:alphaModFix/>
          </a:blip>
          <a:srcRect l="39171" r="5368"/>
          <a:stretch/>
        </p:blipFill>
        <p:spPr>
          <a:xfrm>
            <a:off x="6138774" y="0"/>
            <a:ext cx="30052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/>
          <p:nvPr/>
        </p:nvSpPr>
        <p:spPr>
          <a:xfrm flipH="1">
            <a:off x="5785556" y="2848489"/>
            <a:ext cx="4270815" cy="4187470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103" name="Google Shape;103;p22"/>
          <p:cNvPicPr preferRelativeResize="0"/>
          <p:nvPr/>
        </p:nvPicPr>
        <p:blipFill rotWithShape="1">
          <a:blip r:embed="rId2">
            <a:alphaModFix/>
          </a:blip>
          <a:srcRect t="61776"/>
          <a:stretch/>
        </p:blipFill>
        <p:spPr>
          <a:xfrm flipH="1">
            <a:off x="25" y="4878926"/>
            <a:ext cx="9144003" cy="264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2"/>
          <p:cNvSpPr/>
          <p:nvPr/>
        </p:nvSpPr>
        <p:spPr>
          <a:xfrm rot="5400000">
            <a:off x="-1810077" y="3134979"/>
            <a:ext cx="4099350" cy="401935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subTitle" idx="1"/>
          </p:nvPr>
        </p:nvSpPr>
        <p:spPr>
          <a:xfrm>
            <a:off x="5012625" y="2743300"/>
            <a:ext cx="2460900" cy="1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subTitle" idx="2"/>
          </p:nvPr>
        </p:nvSpPr>
        <p:spPr>
          <a:xfrm>
            <a:off x="1670450" y="2743300"/>
            <a:ext cx="2460900" cy="1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ubTitle" idx="3"/>
          </p:nvPr>
        </p:nvSpPr>
        <p:spPr>
          <a:xfrm>
            <a:off x="1670450" y="2287087"/>
            <a:ext cx="2460900" cy="49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subTitle" idx="4"/>
          </p:nvPr>
        </p:nvSpPr>
        <p:spPr>
          <a:xfrm>
            <a:off x="5012649" y="2287087"/>
            <a:ext cx="2460900" cy="49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111" name="Google Shape;111;p23"/>
          <p:cNvPicPr preferRelativeResize="0"/>
          <p:nvPr/>
        </p:nvPicPr>
        <p:blipFill rotWithShape="1">
          <a:blip r:embed="rId2">
            <a:alphaModFix/>
          </a:blip>
          <a:srcRect t="61776"/>
          <a:stretch/>
        </p:blipFill>
        <p:spPr>
          <a:xfrm flipH="1">
            <a:off x="25" y="4878926"/>
            <a:ext cx="9144003" cy="264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3"/>
          <p:cNvSpPr/>
          <p:nvPr/>
        </p:nvSpPr>
        <p:spPr>
          <a:xfrm rot="-5400000" flipH="1">
            <a:off x="7089950" y="-2601215"/>
            <a:ext cx="5397188" cy="5291862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subTitle" idx="1"/>
          </p:nvPr>
        </p:nvSpPr>
        <p:spPr>
          <a:xfrm>
            <a:off x="1786624" y="19775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6"/>
          <p:cNvSpPr txBox="1">
            <a:spLocks noGrp="1"/>
          </p:cNvSpPr>
          <p:nvPr>
            <p:ph type="subTitle" idx="2"/>
          </p:nvPr>
        </p:nvSpPr>
        <p:spPr>
          <a:xfrm>
            <a:off x="5613176" y="19775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subTitle" idx="3"/>
          </p:nvPr>
        </p:nvSpPr>
        <p:spPr>
          <a:xfrm>
            <a:off x="1786624" y="363807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subTitle" idx="4"/>
          </p:nvPr>
        </p:nvSpPr>
        <p:spPr>
          <a:xfrm>
            <a:off x="5613176" y="363807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subTitle" idx="5"/>
          </p:nvPr>
        </p:nvSpPr>
        <p:spPr>
          <a:xfrm>
            <a:off x="1786624" y="1641968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subTitle" idx="6"/>
          </p:nvPr>
        </p:nvSpPr>
        <p:spPr>
          <a:xfrm>
            <a:off x="1786624" y="3302618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subTitle" idx="7"/>
          </p:nvPr>
        </p:nvSpPr>
        <p:spPr>
          <a:xfrm>
            <a:off x="5613149" y="1641968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subTitle" idx="8"/>
          </p:nvPr>
        </p:nvSpPr>
        <p:spPr>
          <a:xfrm>
            <a:off x="5613149" y="3302618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pic>
        <p:nvPicPr>
          <p:cNvPr id="139" name="Google Shape;139;p26"/>
          <p:cNvPicPr preferRelativeResize="0"/>
          <p:nvPr/>
        </p:nvPicPr>
        <p:blipFill rotWithShape="1">
          <a:blip r:embed="rId2">
            <a:alphaModFix/>
          </a:blip>
          <a:srcRect t="61776"/>
          <a:stretch/>
        </p:blipFill>
        <p:spPr>
          <a:xfrm flipH="1">
            <a:off x="25" y="4878926"/>
            <a:ext cx="9144003" cy="26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1"/>
          <p:cNvPicPr preferRelativeResize="0"/>
          <p:nvPr/>
        </p:nvPicPr>
        <p:blipFill rotWithShape="1">
          <a:blip r:embed="rId2">
            <a:alphaModFix/>
          </a:blip>
          <a:srcRect t="10127" b="45416"/>
          <a:stretch/>
        </p:blipFill>
        <p:spPr>
          <a:xfrm rot="5400000">
            <a:off x="5492132" y="1594201"/>
            <a:ext cx="5380101" cy="195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1"/>
          <p:cNvPicPr preferRelativeResize="0"/>
          <p:nvPr/>
        </p:nvPicPr>
        <p:blipFill rotWithShape="1">
          <a:blip r:embed="rId2">
            <a:alphaModFix/>
          </a:blip>
          <a:srcRect t="10127" b="45416"/>
          <a:stretch/>
        </p:blipFill>
        <p:spPr>
          <a:xfrm rot="-5400000" flipH="1">
            <a:off x="-1728233" y="1594201"/>
            <a:ext cx="5380101" cy="195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2"/>
          <p:cNvPicPr preferRelativeResize="0"/>
          <p:nvPr/>
        </p:nvPicPr>
        <p:blipFill rotWithShape="1">
          <a:blip r:embed="rId2">
            <a:alphaModFix/>
          </a:blip>
          <a:srcRect l="39171" r="5368"/>
          <a:stretch/>
        </p:blipFill>
        <p:spPr>
          <a:xfrm>
            <a:off x="6138774" y="0"/>
            <a:ext cx="30052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2"/>
          <p:cNvSpPr/>
          <p:nvPr/>
        </p:nvSpPr>
        <p:spPr>
          <a:xfrm flipH="1">
            <a:off x="5785556" y="2848489"/>
            <a:ext cx="4270815" cy="4187470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55284" y="3506410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1583300" y="3506410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5055275" y="29701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1583075" y="29701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2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t="10127" b="45416"/>
          <a:stretch/>
        </p:blipFill>
        <p:spPr>
          <a:xfrm rot="10800000" flipH="1">
            <a:off x="0" y="3834476"/>
            <a:ext cx="9144003" cy="190069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/>
          <p:nvPr/>
        </p:nvSpPr>
        <p:spPr>
          <a:xfrm rot="-5400000" flipH="1">
            <a:off x="6526299" y="3444391"/>
            <a:ext cx="5215451" cy="511367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4622801"/>
      </p:ext>
    </p:extLst>
  </p:cSld>
  <p:clrMapOvr>
    <a:masterClrMapping/>
  </p:clrMapOvr>
  <p:transition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8" r:id="rId5"/>
    <p:sldLayoutId id="2147483661" r:id="rId6"/>
    <p:sldLayoutId id="2147483662" r:id="rId7"/>
    <p:sldLayoutId id="2147483664" r:id="rId8"/>
    <p:sldLayoutId id="2147483668" r:id="rId9"/>
    <p:sldLayoutId id="2147483669" r:id="rId10"/>
    <p:sldLayoutId id="2147483672" r:id="rId11"/>
    <p:sldLayoutId id="2147483677" r:id="rId12"/>
    <p:sldLayoutId id="2147483678" r:id="rId13"/>
    <p:sldLayoutId id="2147483684" r:id="rId14"/>
  </p:sldLayoutIdLst>
  <p:transition>
    <p:push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>
            <a:spLocks noGrp="1"/>
          </p:cNvSpPr>
          <p:nvPr>
            <p:ph type="ctrTitle"/>
          </p:nvPr>
        </p:nvSpPr>
        <p:spPr>
          <a:xfrm>
            <a:off x="911150" y="1424638"/>
            <a:ext cx="5637300" cy="17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Vizsgaremek</a:t>
            </a:r>
            <a:r>
              <a:rPr lang="en" dirty="0"/>
              <a:t> </a:t>
            </a:r>
            <a:r>
              <a:rPr lang="hu-HU" dirty="0">
                <a:solidFill>
                  <a:schemeClr val="accent1"/>
                </a:solidFill>
              </a:rPr>
              <a:t>Bemutatása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06" name="Google Shape;206;p39"/>
          <p:cNvSpPr txBox="1">
            <a:spLocks noGrp="1"/>
          </p:cNvSpPr>
          <p:nvPr>
            <p:ph type="subTitle" idx="1"/>
          </p:nvPr>
        </p:nvSpPr>
        <p:spPr>
          <a:xfrm>
            <a:off x="911150" y="3243063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Készítette: Szécsényi Szabolcs, </a:t>
            </a:r>
            <a:r>
              <a:rPr lang="hu-HU" dirty="0" err="1"/>
              <a:t>Pintyák</a:t>
            </a:r>
            <a:r>
              <a:rPr lang="hu-HU" dirty="0"/>
              <a:t> Róbert</a:t>
            </a:r>
            <a:endParaRPr dirty="0"/>
          </a:p>
        </p:txBody>
      </p:sp>
      <p:pic>
        <p:nvPicPr>
          <p:cNvPr id="207" name="Google Shape;207;p39"/>
          <p:cNvPicPr preferRelativeResize="0"/>
          <p:nvPr/>
        </p:nvPicPr>
        <p:blipFill rotWithShape="1">
          <a:blip r:embed="rId3">
            <a:alphaModFix/>
          </a:blip>
          <a:srcRect l="39171" r="5368"/>
          <a:stretch/>
        </p:blipFill>
        <p:spPr>
          <a:xfrm>
            <a:off x="6153199" y="0"/>
            <a:ext cx="30052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9"/>
          <p:cNvSpPr/>
          <p:nvPr/>
        </p:nvSpPr>
        <p:spPr>
          <a:xfrm rot="10800000">
            <a:off x="6153199" y="-1394796"/>
            <a:ext cx="5215451" cy="511367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106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43"/>
          <p:cNvPicPr preferRelativeResize="0"/>
          <p:nvPr/>
        </p:nvPicPr>
        <p:blipFill rotWithShape="1">
          <a:blip r:embed="rId3">
            <a:alphaModFix/>
          </a:blip>
          <a:srcRect l="39171" r="5368"/>
          <a:stretch/>
        </p:blipFill>
        <p:spPr>
          <a:xfrm flipH="1">
            <a:off x="-19251" y="0"/>
            <a:ext cx="30052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3"/>
          <p:cNvSpPr/>
          <p:nvPr/>
        </p:nvSpPr>
        <p:spPr>
          <a:xfrm flipH="1">
            <a:off x="-1894501" y="1830691"/>
            <a:ext cx="5215451" cy="511367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7CD01E92-FCCA-42C4-BDF4-83AF22EFA9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005" t="16277" r="12776" b="26193"/>
          <a:stretch/>
        </p:blipFill>
        <p:spPr>
          <a:xfrm>
            <a:off x="6404462" y="891474"/>
            <a:ext cx="2080115" cy="1680276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5B6722A2-ACE6-40B0-A9AB-FBF80A4D894E}"/>
              </a:ext>
            </a:extLst>
          </p:cNvPr>
          <p:cNvSpPr txBox="1"/>
          <p:nvPr/>
        </p:nvSpPr>
        <p:spPr>
          <a:xfrm>
            <a:off x="2744039" y="509646"/>
            <a:ext cx="6158026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solidFill>
                  <a:schemeClr val="tx1"/>
                </a:solidFill>
                <a:latin typeface="Archivo"/>
              </a:rPr>
              <a:t>A projekt </a:t>
            </a:r>
            <a:r>
              <a:rPr lang="hu-HU" sz="3200" b="1" dirty="0">
                <a:solidFill>
                  <a:schemeClr val="accent1"/>
                </a:solidFill>
                <a:latin typeface="Archivo"/>
              </a:rPr>
              <a:t>célja</a:t>
            </a:r>
          </a:p>
          <a:p>
            <a:endParaRPr lang="hu-HU" sz="2000" b="1" dirty="0">
              <a:solidFill>
                <a:schemeClr val="accent1"/>
              </a:solidFill>
              <a:latin typeface="Archivo"/>
            </a:endParaRPr>
          </a:p>
          <a:p>
            <a:endParaRPr lang="hu-HU" sz="2000" b="1" dirty="0">
              <a:solidFill>
                <a:schemeClr val="accent1"/>
              </a:solidFill>
              <a:latin typeface="Archivo"/>
            </a:endParaRPr>
          </a:p>
          <a:p>
            <a:r>
              <a:rPr lang="hu-HU" sz="2000" b="1" dirty="0">
                <a:solidFill>
                  <a:schemeClr val="tx1"/>
                </a:solidFill>
                <a:latin typeface="Poppins"/>
              </a:rPr>
              <a:t>Egy modern, bővíthető </a:t>
            </a:r>
            <a:br>
              <a:rPr lang="hu-HU" sz="2000" b="1" dirty="0">
                <a:solidFill>
                  <a:schemeClr val="tx1"/>
                </a:solidFill>
                <a:latin typeface="Poppins"/>
              </a:rPr>
            </a:br>
            <a:r>
              <a:rPr lang="hu-HU" sz="2000" b="1" dirty="0">
                <a:solidFill>
                  <a:schemeClr val="tx1"/>
                </a:solidFill>
                <a:latin typeface="Poppins"/>
              </a:rPr>
              <a:t>hálózati infrastruktúra </a:t>
            </a:r>
            <a:br>
              <a:rPr lang="hu-HU" sz="2000" b="1" dirty="0">
                <a:solidFill>
                  <a:schemeClr val="tx1"/>
                </a:solidFill>
                <a:latin typeface="Poppins"/>
              </a:rPr>
            </a:br>
            <a:r>
              <a:rPr lang="hu-HU" sz="2000" b="1" dirty="0">
                <a:solidFill>
                  <a:schemeClr val="tx1"/>
                </a:solidFill>
                <a:latin typeface="Poppins"/>
              </a:rPr>
              <a:t>létrehozása a vállalatnak.</a:t>
            </a:r>
          </a:p>
          <a:p>
            <a:endParaRPr lang="hu-HU" sz="2000" b="1" dirty="0">
              <a:solidFill>
                <a:schemeClr val="accent1"/>
              </a:solidFill>
              <a:latin typeface="Archivo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000" dirty="0">
                <a:solidFill>
                  <a:schemeClr val="tx1"/>
                </a:solidFill>
                <a:latin typeface="Poppins"/>
              </a:rPr>
              <a:t>A hálózati infrastruktúrának legalább 3 </a:t>
            </a:r>
            <a:r>
              <a:rPr lang="hu-HU" sz="1000" dirty="0" err="1">
                <a:solidFill>
                  <a:schemeClr val="tx1"/>
                </a:solidFill>
                <a:latin typeface="Poppins"/>
              </a:rPr>
              <a:t>telephelyet</a:t>
            </a:r>
            <a:r>
              <a:rPr lang="hu-HU" sz="1000" dirty="0">
                <a:solidFill>
                  <a:schemeClr val="tx1"/>
                </a:solidFill>
                <a:latin typeface="Poppins"/>
              </a:rPr>
              <a:t> vagy irodát kell lefednie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000" dirty="0">
                <a:solidFill>
                  <a:schemeClr val="tx1"/>
                </a:solidFill>
                <a:latin typeface="Poppins"/>
              </a:rPr>
              <a:t>Legalább egy telephelyen több VLAN kialakítását foglalja magában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000" dirty="0">
                <a:solidFill>
                  <a:schemeClr val="tx1"/>
                </a:solidFill>
                <a:latin typeface="Poppins"/>
              </a:rPr>
              <a:t>Tartalmaz második és harmadik </a:t>
            </a:r>
            <a:r>
              <a:rPr lang="hu-HU" sz="1000" dirty="0" err="1">
                <a:solidFill>
                  <a:schemeClr val="tx1"/>
                </a:solidFill>
                <a:latin typeface="Poppins"/>
              </a:rPr>
              <a:t>rétegbeli</a:t>
            </a:r>
            <a:r>
              <a:rPr lang="hu-HU" sz="1000" dirty="0">
                <a:solidFill>
                  <a:schemeClr val="tx1"/>
                </a:solidFill>
                <a:latin typeface="Poppins"/>
              </a:rPr>
              <a:t> redundáns megoldásokat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000" dirty="0">
                <a:solidFill>
                  <a:schemeClr val="tx1"/>
                </a:solidFill>
                <a:latin typeface="Poppins"/>
              </a:rPr>
              <a:t>IPv4 és IPv6 címzési rendszert egyaránt használ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000" dirty="0">
                <a:solidFill>
                  <a:schemeClr val="tx1"/>
                </a:solidFill>
                <a:latin typeface="Poppins"/>
              </a:rPr>
              <a:t>Vezeték nélküli hálózatot is tartalmaz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000" dirty="0">
                <a:solidFill>
                  <a:schemeClr val="tx1"/>
                </a:solidFill>
                <a:latin typeface="Poppins"/>
              </a:rPr>
              <a:t>Statikus és dinamikus forgalomirányítást egyaránt megvalósít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000" dirty="0">
                <a:solidFill>
                  <a:schemeClr val="tx1"/>
                </a:solidFill>
                <a:latin typeface="Poppins"/>
              </a:rPr>
              <a:t>Statikus és dinamikus címfordítást alkalmaz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000" dirty="0">
                <a:solidFill>
                  <a:schemeClr val="tx1"/>
                </a:solidFill>
                <a:latin typeface="Poppins"/>
              </a:rPr>
              <a:t>WAN-összeköttetéseket is tartalmaz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000" dirty="0">
                <a:solidFill>
                  <a:schemeClr val="tx1"/>
                </a:solidFill>
                <a:latin typeface="Poppins"/>
              </a:rPr>
              <a:t>Virtuális magánhálózati kapcsolatot (VPN) is megvalósít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000" dirty="0">
                <a:solidFill>
                  <a:schemeClr val="tx1"/>
                </a:solidFill>
                <a:latin typeface="Poppins"/>
              </a:rPr>
              <a:t>Programozott hálózatkonfigurációt is használ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000" dirty="0">
                <a:solidFill>
                  <a:schemeClr val="tx1"/>
                </a:solidFill>
                <a:latin typeface="Poppins"/>
              </a:rPr>
              <a:t>Forgalomirányítón megvalósított biztonsági funkciókat tartalmaz (pl. ACL-ek)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000" dirty="0">
                <a:solidFill>
                  <a:schemeClr val="tx1"/>
                </a:solidFill>
                <a:latin typeface="Poppins"/>
              </a:rPr>
              <a:t>Hardveres tűzfaleszközt is alkalmaz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u-HU" sz="1000" dirty="0">
                <a:solidFill>
                  <a:schemeClr val="tx1"/>
                </a:solidFill>
                <a:latin typeface="Poppins"/>
              </a:rPr>
              <a:t>Minimum 1-1 Linux és Windows kiszolgálót tartalmaz</a:t>
            </a:r>
            <a:endParaRPr lang="hu-HU" sz="1000" b="1" dirty="0">
              <a:solidFill>
                <a:schemeClr val="tx1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39449936"/>
      </p:ext>
    </p:extLst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65"/>
          <p:cNvPicPr preferRelativeResize="0"/>
          <p:nvPr/>
        </p:nvPicPr>
        <p:blipFill rotWithShape="1">
          <a:blip r:embed="rId3">
            <a:alphaModFix/>
          </a:blip>
          <a:srcRect l="39171" r="5368"/>
          <a:stretch/>
        </p:blipFill>
        <p:spPr>
          <a:xfrm>
            <a:off x="6153199" y="0"/>
            <a:ext cx="30052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65"/>
          <p:cNvSpPr txBox="1">
            <a:spLocks noGrp="1"/>
          </p:cNvSpPr>
          <p:nvPr>
            <p:ph type="title"/>
          </p:nvPr>
        </p:nvSpPr>
        <p:spPr>
          <a:xfrm>
            <a:off x="972050" y="2338425"/>
            <a:ext cx="45357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Telephelyek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704" name="Google Shape;704;p65"/>
          <p:cNvSpPr txBox="1">
            <a:spLocks noGrp="1"/>
          </p:cNvSpPr>
          <p:nvPr>
            <p:ph type="title" idx="2"/>
          </p:nvPr>
        </p:nvSpPr>
        <p:spPr>
          <a:xfrm>
            <a:off x="4189350" y="1165325"/>
            <a:ext cx="13185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hu-HU" dirty="0"/>
              <a:t>1</a:t>
            </a:r>
            <a:endParaRPr dirty="0"/>
          </a:p>
        </p:txBody>
      </p:sp>
      <p:sp>
        <p:nvSpPr>
          <p:cNvPr id="705" name="Google Shape;705;p65"/>
          <p:cNvSpPr/>
          <p:nvPr/>
        </p:nvSpPr>
        <p:spPr>
          <a:xfrm flipH="1">
            <a:off x="6057774" y="1577441"/>
            <a:ext cx="5215451" cy="511367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65"/>
          <p:cNvSpPr/>
          <p:nvPr/>
        </p:nvSpPr>
        <p:spPr>
          <a:xfrm rot="5400000" flipH="1">
            <a:off x="-1987626" y="-2376621"/>
            <a:ext cx="5215451" cy="511367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7540840"/>
      </p:ext>
    </p:extLst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22;p41">
            <a:extLst>
              <a:ext uri="{FF2B5EF4-FFF2-40B4-BE49-F238E27FC236}">
                <a16:creationId xmlns:a16="http://schemas.microsoft.com/office/drawing/2014/main" id="{0477CDD1-6E0F-4713-8227-FBA9758FFC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>
                <a:solidFill>
                  <a:schemeClr val="tx2"/>
                </a:solidFill>
              </a:rPr>
              <a:t>Országos</a:t>
            </a:r>
            <a:r>
              <a:rPr lang="hu-HU" dirty="0"/>
              <a:t> Hálózat</a:t>
            </a:r>
            <a:endParaRPr dirty="0">
              <a:solidFill>
                <a:schemeClr val="tx2"/>
              </a:solidFill>
            </a:endParaRP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BCCB8171-F0DE-4EFD-9616-4250E7A07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2809"/>
            <a:ext cx="9144000" cy="30178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D281435F-87A3-4B70-B122-A916109726C6}"/>
              </a:ext>
            </a:extLst>
          </p:cNvPr>
          <p:cNvCxnSpPr/>
          <p:nvPr/>
        </p:nvCxnSpPr>
        <p:spPr>
          <a:xfrm flipH="1">
            <a:off x="1447800" y="1558925"/>
            <a:ext cx="2422525" cy="542925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Egyenes összekötő 4">
            <a:extLst>
              <a:ext uri="{FF2B5EF4-FFF2-40B4-BE49-F238E27FC236}">
                <a16:creationId xmlns:a16="http://schemas.microsoft.com/office/drawing/2014/main" id="{170D823D-2151-42B8-9B63-AC5E5D4AFFF0}"/>
              </a:ext>
            </a:extLst>
          </p:cNvPr>
          <p:cNvCxnSpPr>
            <a:cxnSpLocks/>
          </p:cNvCxnSpPr>
          <p:nvPr/>
        </p:nvCxnSpPr>
        <p:spPr>
          <a:xfrm flipH="1" flipV="1">
            <a:off x="4470400" y="1704975"/>
            <a:ext cx="36000" cy="51435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BD41AF84-7BFE-45D0-88C8-2B618DDD81E9}"/>
              </a:ext>
            </a:extLst>
          </p:cNvPr>
          <p:cNvCxnSpPr/>
          <p:nvPr/>
        </p:nvCxnSpPr>
        <p:spPr>
          <a:xfrm flipH="1" flipV="1">
            <a:off x="4651375" y="1520825"/>
            <a:ext cx="2225675" cy="723900"/>
          </a:xfrm>
          <a:prstGeom prst="line">
            <a:avLst/>
          </a:prstGeom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766090"/>
      </p:ext>
    </p:extLst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22;p41">
            <a:extLst>
              <a:ext uri="{FF2B5EF4-FFF2-40B4-BE49-F238E27FC236}">
                <a16:creationId xmlns:a16="http://schemas.microsoft.com/office/drawing/2014/main" id="{0477CDD1-6E0F-4713-8227-FBA9758FFC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Telephely - </a:t>
            </a:r>
            <a:r>
              <a:rPr lang="hu-HU" dirty="0">
                <a:solidFill>
                  <a:schemeClr val="tx2"/>
                </a:solidFill>
              </a:rPr>
              <a:t>Iroda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DBB9576-95B8-4390-AB5E-CB5D304A5651}"/>
              </a:ext>
            </a:extLst>
          </p:cNvPr>
          <p:cNvSpPr txBox="1"/>
          <p:nvPr/>
        </p:nvSpPr>
        <p:spPr>
          <a:xfrm>
            <a:off x="418511" y="1031438"/>
            <a:ext cx="3688669" cy="38164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sz="1600" dirty="0">
                <a:solidFill>
                  <a:schemeClr val="tx1"/>
                </a:solidFill>
                <a:latin typeface="Archivo"/>
              </a:rPr>
              <a:t>Technológiák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/>
                </a:solidFill>
                <a:latin typeface="Archivo"/>
              </a:rPr>
              <a:t>Single</a:t>
            </a:r>
            <a:r>
              <a:rPr lang="hu-HU" dirty="0">
                <a:solidFill>
                  <a:schemeClr val="tx1"/>
                </a:solidFill>
                <a:latin typeface="Archivo"/>
              </a:rPr>
              <a:t> </a:t>
            </a:r>
            <a:r>
              <a:rPr lang="hu-HU" dirty="0" err="1">
                <a:solidFill>
                  <a:schemeClr val="tx1"/>
                </a:solidFill>
                <a:latin typeface="Archivo"/>
              </a:rPr>
              <a:t>Multihomed</a:t>
            </a:r>
            <a:r>
              <a:rPr lang="hu-HU" dirty="0">
                <a:solidFill>
                  <a:schemeClr val="tx1"/>
                </a:solidFill>
                <a:latin typeface="Archivo"/>
              </a:rPr>
              <a:t> internetkapcsolat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HSRP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Dinamikus NAT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Kapcsolók redundáns összeköttetése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VLAN-ok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Vezeték nélküli hálózat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/>
                </a:solidFill>
                <a:latin typeface="Archivo"/>
              </a:rPr>
              <a:t>IPSec</a:t>
            </a:r>
            <a:r>
              <a:rPr lang="hu-HU" dirty="0">
                <a:solidFill>
                  <a:schemeClr val="tx1"/>
                </a:solidFill>
                <a:latin typeface="Archivo"/>
              </a:rPr>
              <a:t> GRE </a:t>
            </a:r>
            <a:r>
              <a:rPr lang="hu-HU" dirty="0" err="1">
                <a:solidFill>
                  <a:schemeClr val="tx1"/>
                </a:solidFill>
                <a:latin typeface="Archivo"/>
              </a:rPr>
              <a:t>Tunnel</a:t>
            </a:r>
            <a:r>
              <a:rPr lang="hu-HU" dirty="0">
                <a:solidFill>
                  <a:schemeClr val="tx1"/>
                </a:solidFill>
                <a:latin typeface="Archivo"/>
              </a:rPr>
              <a:t> (VPN)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Windows szerver szolgáltatások:</a:t>
            </a:r>
            <a:br>
              <a:rPr lang="hu-HU" dirty="0">
                <a:solidFill>
                  <a:schemeClr val="tx1"/>
                </a:solidFill>
                <a:latin typeface="Archivo"/>
              </a:rPr>
            </a:br>
            <a:r>
              <a:rPr lang="hu-HU" dirty="0">
                <a:solidFill>
                  <a:schemeClr val="tx1"/>
                </a:solidFill>
                <a:latin typeface="Archivo"/>
              </a:rPr>
              <a:t>    DHCP, DNS, </a:t>
            </a:r>
            <a:r>
              <a:rPr lang="hu-HU" dirty="0" err="1">
                <a:solidFill>
                  <a:schemeClr val="tx1"/>
                </a:solidFill>
                <a:latin typeface="Archivo"/>
              </a:rPr>
              <a:t>Active</a:t>
            </a:r>
            <a:r>
              <a:rPr lang="hu-HU" dirty="0">
                <a:solidFill>
                  <a:schemeClr val="tx1"/>
                </a:solidFill>
                <a:latin typeface="Archivo"/>
              </a:rPr>
              <a:t> </a:t>
            </a:r>
            <a:r>
              <a:rPr lang="hu-HU" dirty="0" err="1">
                <a:solidFill>
                  <a:schemeClr val="tx1"/>
                </a:solidFill>
                <a:latin typeface="Archivo"/>
              </a:rPr>
              <a:t>Directory</a:t>
            </a:r>
            <a:endParaRPr lang="hu-HU" dirty="0">
              <a:solidFill>
                <a:schemeClr val="tx1"/>
              </a:solidFill>
              <a:latin typeface="Archiv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tx1"/>
              </a:solidFill>
              <a:latin typeface="Archivo"/>
            </a:endParaRPr>
          </a:p>
          <a:p>
            <a:r>
              <a:rPr lang="hu-HU" sz="1600" dirty="0">
                <a:solidFill>
                  <a:schemeClr val="tx1"/>
                </a:solidFill>
                <a:latin typeface="Archivo"/>
              </a:rPr>
              <a:t>Eszközök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Routerek: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Cisco</a:t>
            </a:r>
            <a:r>
              <a:rPr lang="hu-HU" dirty="0">
                <a:latin typeface="Archivo"/>
              </a:rPr>
              <a:t> </a:t>
            </a:r>
            <a:r>
              <a:rPr lang="hu-HU" dirty="0" err="1">
                <a:solidFill>
                  <a:schemeClr val="tx2"/>
                </a:solidFill>
                <a:latin typeface="Archivo"/>
              </a:rPr>
              <a:t>Catalyst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 C8200L-1N-4T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/>
                </a:solidFill>
                <a:latin typeface="Archivo"/>
              </a:rPr>
              <a:t>Switchek</a:t>
            </a:r>
            <a:r>
              <a:rPr lang="hu-HU" dirty="0">
                <a:solidFill>
                  <a:schemeClr val="tx1"/>
                </a:solidFill>
                <a:latin typeface="Archivo"/>
              </a:rPr>
              <a:t>: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Cisco</a:t>
            </a:r>
            <a:r>
              <a:rPr lang="hu-HU" dirty="0">
                <a:latin typeface="Archivo"/>
              </a:rPr>
              <a:t>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CBS350-48T-4G-EU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Access </a:t>
            </a:r>
            <a:r>
              <a:rPr lang="hu-HU" dirty="0" err="1">
                <a:solidFill>
                  <a:schemeClr val="tx1"/>
                </a:solidFill>
                <a:latin typeface="Archivo"/>
              </a:rPr>
              <a:t>Pointok</a:t>
            </a:r>
            <a:r>
              <a:rPr lang="hu-HU" dirty="0">
                <a:solidFill>
                  <a:schemeClr val="tx1"/>
                </a:solidFill>
                <a:latin typeface="Archivo"/>
              </a:rPr>
              <a:t>:</a:t>
            </a:r>
            <a:r>
              <a:rPr lang="hu-HU" i="1" dirty="0">
                <a:solidFill>
                  <a:schemeClr val="tx1"/>
                </a:solidFill>
                <a:latin typeface="Archivo"/>
              </a:rPr>
              <a:t>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Cisco</a:t>
            </a:r>
            <a:r>
              <a:rPr lang="hu-HU" dirty="0">
                <a:latin typeface="Archivo"/>
              </a:rPr>
              <a:t>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CBW150AX-E-EU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Szerver: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Dell</a:t>
            </a:r>
            <a:r>
              <a:rPr lang="hu-HU" dirty="0">
                <a:latin typeface="Archivo"/>
              </a:rPr>
              <a:t> </a:t>
            </a:r>
            <a:r>
              <a:rPr lang="hu-HU" dirty="0" err="1">
                <a:solidFill>
                  <a:schemeClr val="tx2"/>
                </a:solidFill>
                <a:latin typeface="Archivo"/>
              </a:rPr>
              <a:t>PowerEdge</a:t>
            </a:r>
            <a:r>
              <a:rPr lang="hu-HU" dirty="0">
                <a:latin typeface="Archivo"/>
              </a:rPr>
              <a:t>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360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Nyomtató: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 </a:t>
            </a:r>
            <a:r>
              <a:rPr lang="hu-HU" dirty="0" err="1">
                <a:solidFill>
                  <a:schemeClr val="tx2"/>
                </a:solidFill>
                <a:latin typeface="Archivo"/>
              </a:rPr>
              <a:t>Brother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 HL-L6410DN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DDB64FA6-522F-4C40-9BF6-AC3EA1E3A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180" y="-609599"/>
            <a:ext cx="18162676" cy="5994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6500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22;p41">
            <a:extLst>
              <a:ext uri="{FF2B5EF4-FFF2-40B4-BE49-F238E27FC236}">
                <a16:creationId xmlns:a16="http://schemas.microsoft.com/office/drawing/2014/main" id="{0477CDD1-6E0F-4713-8227-FBA9758FFC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Telephely - </a:t>
            </a:r>
            <a:r>
              <a:rPr lang="hu-HU" dirty="0">
                <a:solidFill>
                  <a:schemeClr val="tx2"/>
                </a:solidFill>
              </a:rPr>
              <a:t>Gyár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60398FD3-7B4F-4E26-BC33-82862CC893F0}"/>
              </a:ext>
            </a:extLst>
          </p:cNvPr>
          <p:cNvSpPr txBox="1"/>
          <p:nvPr/>
        </p:nvSpPr>
        <p:spPr>
          <a:xfrm>
            <a:off x="5511772" y="884548"/>
            <a:ext cx="348234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>
                <a:solidFill>
                  <a:schemeClr val="tx1"/>
                </a:solidFill>
                <a:latin typeface="Archivo"/>
              </a:rPr>
              <a:t>Technológiák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IPv4 és Ipv6 címzés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LACP </a:t>
            </a:r>
            <a:r>
              <a:rPr lang="hu-HU" dirty="0" err="1">
                <a:solidFill>
                  <a:schemeClr val="tx1"/>
                </a:solidFill>
                <a:latin typeface="Archivo"/>
              </a:rPr>
              <a:t>Etherchannel</a:t>
            </a:r>
            <a:endParaRPr lang="hu-HU" dirty="0">
              <a:solidFill>
                <a:schemeClr val="tx1"/>
              </a:solidFill>
              <a:latin typeface="Archiv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Vezeték nélküli hálózat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Windows szerver szolgáltatásai:</a:t>
            </a:r>
            <a:br>
              <a:rPr lang="hu-HU" dirty="0">
                <a:solidFill>
                  <a:schemeClr val="tx1"/>
                </a:solidFill>
                <a:latin typeface="Archivo"/>
              </a:rPr>
            </a:br>
            <a:r>
              <a:rPr lang="hu-HU" dirty="0">
                <a:solidFill>
                  <a:schemeClr val="tx1"/>
                </a:solidFill>
                <a:latin typeface="Archivo"/>
              </a:rPr>
              <a:t>    DHCP, DNS, </a:t>
            </a:r>
            <a:r>
              <a:rPr lang="hu-HU" dirty="0" err="1">
                <a:solidFill>
                  <a:schemeClr val="tx1"/>
                </a:solidFill>
                <a:latin typeface="Archivo"/>
              </a:rPr>
              <a:t>Active</a:t>
            </a:r>
            <a:r>
              <a:rPr lang="hu-HU" dirty="0">
                <a:solidFill>
                  <a:schemeClr val="tx1"/>
                </a:solidFill>
                <a:latin typeface="Archivo"/>
              </a:rPr>
              <a:t> </a:t>
            </a:r>
            <a:r>
              <a:rPr lang="hu-HU" dirty="0" err="1">
                <a:solidFill>
                  <a:schemeClr val="tx1"/>
                </a:solidFill>
                <a:latin typeface="Archivo"/>
              </a:rPr>
              <a:t>Directory</a:t>
            </a:r>
            <a:r>
              <a:rPr lang="hu-HU" dirty="0">
                <a:solidFill>
                  <a:schemeClr val="tx1"/>
                </a:solidFill>
                <a:latin typeface="Archivo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tx1"/>
              </a:solidFill>
              <a:latin typeface="Archivo"/>
            </a:endParaRPr>
          </a:p>
          <a:p>
            <a:r>
              <a:rPr lang="hu-HU" sz="1600" dirty="0">
                <a:solidFill>
                  <a:schemeClr val="tx1"/>
                </a:solidFill>
                <a:latin typeface="Archivo"/>
              </a:rPr>
              <a:t>Eszközök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Router: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Cisco</a:t>
            </a:r>
            <a:r>
              <a:rPr lang="hu-HU" dirty="0">
                <a:latin typeface="Archivo"/>
              </a:rPr>
              <a:t> </a:t>
            </a:r>
            <a:r>
              <a:rPr lang="hu-HU" dirty="0" err="1">
                <a:solidFill>
                  <a:schemeClr val="tx2"/>
                </a:solidFill>
                <a:latin typeface="Archivo"/>
              </a:rPr>
              <a:t>Catalyst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 C8200L-1N-4T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/>
                </a:solidFill>
                <a:latin typeface="Archivo"/>
              </a:rPr>
              <a:t>Switchek</a:t>
            </a:r>
            <a:r>
              <a:rPr lang="hu-HU" dirty="0">
                <a:solidFill>
                  <a:schemeClr val="tx1"/>
                </a:solidFill>
                <a:latin typeface="Archivo"/>
              </a:rPr>
              <a:t>: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Cisco</a:t>
            </a:r>
            <a:r>
              <a:rPr lang="hu-HU" dirty="0">
                <a:latin typeface="Archivo"/>
              </a:rPr>
              <a:t>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CBS350-48T-4G-EU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Access </a:t>
            </a:r>
            <a:r>
              <a:rPr lang="hu-HU" dirty="0" err="1">
                <a:solidFill>
                  <a:schemeClr val="tx1"/>
                </a:solidFill>
                <a:latin typeface="Archivo"/>
              </a:rPr>
              <a:t>Point</a:t>
            </a:r>
            <a:r>
              <a:rPr lang="hu-HU" dirty="0">
                <a:solidFill>
                  <a:schemeClr val="tx1"/>
                </a:solidFill>
                <a:latin typeface="Archivo"/>
              </a:rPr>
              <a:t>: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Cisco</a:t>
            </a:r>
            <a:r>
              <a:rPr lang="hu-HU" dirty="0">
                <a:latin typeface="Archivo"/>
              </a:rPr>
              <a:t>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CBW150AX-E-EU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Szerver: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Dell</a:t>
            </a:r>
            <a:r>
              <a:rPr lang="hu-HU" dirty="0">
                <a:latin typeface="Archivo"/>
              </a:rPr>
              <a:t> </a:t>
            </a:r>
            <a:r>
              <a:rPr lang="hu-HU" dirty="0" err="1">
                <a:solidFill>
                  <a:schemeClr val="tx2"/>
                </a:solidFill>
                <a:latin typeface="Archivo"/>
              </a:rPr>
              <a:t>PowerEdge</a:t>
            </a:r>
            <a:r>
              <a:rPr lang="hu-HU" dirty="0">
                <a:latin typeface="Archivo"/>
              </a:rPr>
              <a:t>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360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Nyomtató: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 </a:t>
            </a:r>
            <a:r>
              <a:rPr lang="hu-HU" dirty="0" err="1">
                <a:solidFill>
                  <a:schemeClr val="tx2"/>
                </a:solidFill>
                <a:latin typeface="Archivo"/>
              </a:rPr>
              <a:t>Brother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 HL-L6410DN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tx1"/>
              </a:solidFill>
              <a:latin typeface="Archivo"/>
            </a:endParaRP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1E89DFC2-514F-45E1-B9F3-43B91C898E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196" r="28059"/>
          <a:stretch/>
        </p:blipFill>
        <p:spPr>
          <a:xfrm>
            <a:off x="-5511773" y="1305462"/>
            <a:ext cx="11023545" cy="37324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0011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22;p41">
            <a:extLst>
              <a:ext uri="{FF2B5EF4-FFF2-40B4-BE49-F238E27FC236}">
                <a16:creationId xmlns:a16="http://schemas.microsoft.com/office/drawing/2014/main" id="{0477CDD1-6E0F-4713-8227-FBA9758FFC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Telephely - </a:t>
            </a:r>
            <a:r>
              <a:rPr lang="hu-HU" dirty="0">
                <a:solidFill>
                  <a:schemeClr val="tx2"/>
                </a:solidFill>
              </a:rPr>
              <a:t>Ügyfélszolgálat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68B0039F-EBC6-44C4-9F1D-2F780AF12FBE}"/>
              </a:ext>
            </a:extLst>
          </p:cNvPr>
          <p:cNvSpPr txBox="1"/>
          <p:nvPr/>
        </p:nvSpPr>
        <p:spPr>
          <a:xfrm>
            <a:off x="720000" y="1305674"/>
            <a:ext cx="3191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>
                <a:solidFill>
                  <a:schemeClr val="tx1"/>
                </a:solidFill>
                <a:latin typeface="Archivo"/>
              </a:rPr>
              <a:t>Technológiák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Statikus NAT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/>
                </a:solidFill>
                <a:latin typeface="Archivo"/>
              </a:rPr>
              <a:t>IPSec</a:t>
            </a:r>
            <a:r>
              <a:rPr lang="hu-HU" dirty="0">
                <a:solidFill>
                  <a:schemeClr val="tx1"/>
                </a:solidFill>
                <a:latin typeface="Archivo"/>
              </a:rPr>
              <a:t> GRE </a:t>
            </a:r>
            <a:r>
              <a:rPr lang="hu-HU" dirty="0" err="1">
                <a:solidFill>
                  <a:schemeClr val="tx1"/>
                </a:solidFill>
                <a:latin typeface="Archivo"/>
              </a:rPr>
              <a:t>Tunnel</a:t>
            </a:r>
            <a:r>
              <a:rPr lang="hu-HU" dirty="0">
                <a:solidFill>
                  <a:schemeClr val="tx1"/>
                </a:solidFill>
                <a:latin typeface="Archivo"/>
              </a:rPr>
              <a:t> (VPN)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VLAN-ok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Linux kiszolgáló</a:t>
            </a:r>
            <a:br>
              <a:rPr lang="hu-HU" dirty="0">
                <a:solidFill>
                  <a:schemeClr val="tx1"/>
                </a:solidFill>
                <a:latin typeface="Archivo"/>
              </a:rPr>
            </a:br>
            <a:r>
              <a:rPr lang="hu-HU" dirty="0">
                <a:solidFill>
                  <a:schemeClr val="tx1"/>
                </a:solidFill>
                <a:latin typeface="Archivo"/>
              </a:rPr>
              <a:t>    DHCP, DNS, Webszerver</a:t>
            </a:r>
          </a:p>
          <a:p>
            <a:endParaRPr lang="hu-HU" dirty="0">
              <a:solidFill>
                <a:schemeClr val="tx1"/>
              </a:solidFill>
              <a:latin typeface="Archivo"/>
            </a:endParaRPr>
          </a:p>
          <a:p>
            <a:r>
              <a:rPr lang="hu-HU" sz="1600" dirty="0">
                <a:solidFill>
                  <a:schemeClr val="tx1"/>
                </a:solidFill>
                <a:latin typeface="Archivo"/>
              </a:rPr>
              <a:t>Eszközök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Router: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Cisco</a:t>
            </a:r>
            <a:r>
              <a:rPr lang="hu-HU" dirty="0">
                <a:latin typeface="Archivo"/>
              </a:rPr>
              <a:t> </a:t>
            </a:r>
            <a:r>
              <a:rPr lang="hu-HU" dirty="0" err="1">
                <a:solidFill>
                  <a:schemeClr val="tx2"/>
                </a:solidFill>
                <a:latin typeface="Archivo"/>
              </a:rPr>
              <a:t>Catalyst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 C8200L-1N-4T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/>
                </a:solidFill>
                <a:latin typeface="Archivo"/>
              </a:rPr>
              <a:t>Switchek</a:t>
            </a:r>
            <a:r>
              <a:rPr lang="hu-HU" dirty="0">
                <a:solidFill>
                  <a:schemeClr val="tx1"/>
                </a:solidFill>
                <a:latin typeface="Archivo"/>
              </a:rPr>
              <a:t>: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Cisco</a:t>
            </a:r>
            <a:r>
              <a:rPr lang="hu-HU" dirty="0">
                <a:latin typeface="Archivo"/>
              </a:rPr>
              <a:t>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CBS350-48T-4G-EU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Access </a:t>
            </a:r>
            <a:r>
              <a:rPr lang="hu-HU" dirty="0" err="1">
                <a:solidFill>
                  <a:schemeClr val="tx1"/>
                </a:solidFill>
                <a:latin typeface="Archivo"/>
              </a:rPr>
              <a:t>Point</a:t>
            </a:r>
            <a:r>
              <a:rPr lang="hu-HU" dirty="0">
                <a:solidFill>
                  <a:schemeClr val="tx1"/>
                </a:solidFill>
                <a:latin typeface="Archivo"/>
              </a:rPr>
              <a:t>: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Cisco</a:t>
            </a:r>
            <a:r>
              <a:rPr lang="hu-HU" dirty="0">
                <a:latin typeface="Archivo"/>
              </a:rPr>
              <a:t>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CBW150AX-E-EU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Szerver: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Dell</a:t>
            </a:r>
            <a:r>
              <a:rPr lang="hu-HU" dirty="0">
                <a:latin typeface="Archivo"/>
              </a:rPr>
              <a:t> </a:t>
            </a:r>
            <a:r>
              <a:rPr lang="hu-HU" dirty="0" err="1">
                <a:solidFill>
                  <a:schemeClr val="tx2"/>
                </a:solidFill>
                <a:latin typeface="Archivo"/>
              </a:rPr>
              <a:t>PowerEdge</a:t>
            </a:r>
            <a:r>
              <a:rPr lang="hu-HU" dirty="0">
                <a:latin typeface="Archivo"/>
              </a:rPr>
              <a:t>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360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Nyomtató: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 </a:t>
            </a:r>
            <a:r>
              <a:rPr lang="hu-HU" dirty="0" err="1">
                <a:solidFill>
                  <a:schemeClr val="tx2"/>
                </a:solidFill>
                <a:latin typeface="Archivo"/>
              </a:rPr>
              <a:t>Brother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 HL-L6410DN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tx1"/>
                </a:solidFill>
                <a:latin typeface="Archivo"/>
              </a:rPr>
              <a:t>IP telefonok: </a:t>
            </a:r>
            <a:r>
              <a:rPr lang="hu-HU" dirty="0">
                <a:solidFill>
                  <a:schemeClr val="tx2"/>
                </a:solidFill>
                <a:latin typeface="Archivo"/>
              </a:rPr>
              <a:t>Cisco CP-7841-3PCC-K9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23713E79-932F-43CA-99FE-2A0EF414D3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864" t="33282"/>
          <a:stretch/>
        </p:blipFill>
        <p:spPr>
          <a:xfrm>
            <a:off x="5155725" y="1504335"/>
            <a:ext cx="5636427" cy="42597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8029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9"/>
          <p:cNvSpPr txBox="1">
            <a:spLocks noGrp="1"/>
          </p:cNvSpPr>
          <p:nvPr>
            <p:ph type="subTitle" idx="1"/>
          </p:nvPr>
        </p:nvSpPr>
        <p:spPr>
          <a:xfrm>
            <a:off x="1786624" y="19775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 fizikai hatások ellen védelmet nyújt egy </a:t>
            </a:r>
            <a:r>
              <a:rPr lang="hu-HU" dirty="0" err="1"/>
              <a:t>rack</a:t>
            </a:r>
            <a:r>
              <a:rPr lang="hu-HU" dirty="0"/>
              <a:t> szekrény.</a:t>
            </a:r>
            <a:endParaRPr dirty="0"/>
          </a:p>
        </p:txBody>
      </p:sp>
      <p:sp>
        <p:nvSpPr>
          <p:cNvPr id="411" name="Google Shape;411;p49"/>
          <p:cNvSpPr txBox="1">
            <a:spLocks noGrp="1"/>
          </p:cNvSpPr>
          <p:nvPr>
            <p:ph type="subTitle" idx="2"/>
          </p:nvPr>
        </p:nvSpPr>
        <p:spPr>
          <a:xfrm>
            <a:off x="5613176" y="19775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„Erős” jelszavak használatakor jóval csökkentjük az illetéktelen hozzáférést az eszközök konfigurációjához.</a:t>
            </a:r>
            <a:endParaRPr dirty="0"/>
          </a:p>
        </p:txBody>
      </p:sp>
      <p:sp>
        <p:nvSpPr>
          <p:cNvPr id="412" name="Google Shape;412;p49"/>
          <p:cNvSpPr txBox="1">
            <a:spLocks noGrp="1"/>
          </p:cNvSpPr>
          <p:nvPr>
            <p:ph type="subTitle" idx="3"/>
          </p:nvPr>
        </p:nvSpPr>
        <p:spPr>
          <a:xfrm>
            <a:off x="1786624" y="363807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Port </a:t>
            </a:r>
            <a:r>
              <a:rPr lang="hu-HU" dirty="0" err="1"/>
              <a:t>security</a:t>
            </a:r>
            <a:r>
              <a:rPr lang="hu-HU" dirty="0"/>
              <a:t> használata, és az aktívan nem használt portok lekapcsolása csökkenti a támadási felületet.</a:t>
            </a:r>
            <a:endParaRPr dirty="0"/>
          </a:p>
        </p:txBody>
      </p:sp>
      <p:sp>
        <p:nvSpPr>
          <p:cNvPr id="413" name="Google Shape;413;p49"/>
          <p:cNvSpPr txBox="1">
            <a:spLocks noGrp="1"/>
          </p:cNvSpPr>
          <p:nvPr>
            <p:ph type="subTitle" idx="4"/>
          </p:nvPr>
        </p:nvSpPr>
        <p:spPr>
          <a:xfrm>
            <a:off x="5613176" y="363807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 fenyegetések ellen leghatásosabban úgy lehet védekezni, ha be sem jutnak a hálózatba.</a:t>
            </a:r>
            <a:endParaRPr dirty="0"/>
          </a:p>
        </p:txBody>
      </p:sp>
      <p:sp>
        <p:nvSpPr>
          <p:cNvPr id="414" name="Google Shape;414;p49"/>
          <p:cNvSpPr txBox="1">
            <a:spLocks noGrp="1"/>
          </p:cNvSpPr>
          <p:nvPr>
            <p:ph type="subTitle" idx="5"/>
          </p:nvPr>
        </p:nvSpPr>
        <p:spPr>
          <a:xfrm>
            <a:off x="1786624" y="1641968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Megfelelő tárolás</a:t>
            </a:r>
            <a:endParaRPr dirty="0"/>
          </a:p>
        </p:txBody>
      </p:sp>
      <p:sp>
        <p:nvSpPr>
          <p:cNvPr id="415" name="Google Shape;415;p49"/>
          <p:cNvSpPr txBox="1">
            <a:spLocks noGrp="1"/>
          </p:cNvSpPr>
          <p:nvPr>
            <p:ph type="subTitle" idx="6"/>
          </p:nvPr>
        </p:nvSpPr>
        <p:spPr>
          <a:xfrm>
            <a:off x="1786624" y="3302618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Portok</a:t>
            </a:r>
            <a:endParaRPr dirty="0"/>
          </a:p>
        </p:txBody>
      </p:sp>
      <p:sp>
        <p:nvSpPr>
          <p:cNvPr id="416" name="Google Shape;416;p49"/>
          <p:cNvSpPr txBox="1">
            <a:spLocks noGrp="1"/>
          </p:cNvSpPr>
          <p:nvPr>
            <p:ph type="subTitle" idx="7"/>
          </p:nvPr>
        </p:nvSpPr>
        <p:spPr>
          <a:xfrm>
            <a:off x="5613149" y="1641968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Jelszavak</a:t>
            </a:r>
            <a:endParaRPr dirty="0"/>
          </a:p>
        </p:txBody>
      </p:sp>
      <p:sp>
        <p:nvSpPr>
          <p:cNvPr id="417" name="Google Shape;417;p49"/>
          <p:cNvSpPr txBox="1">
            <a:spLocks noGrp="1"/>
          </p:cNvSpPr>
          <p:nvPr>
            <p:ph type="subTitle" idx="8"/>
          </p:nvPr>
        </p:nvSpPr>
        <p:spPr>
          <a:xfrm>
            <a:off x="5613149" y="3302618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Tűzfal</a:t>
            </a:r>
            <a:endParaRPr dirty="0"/>
          </a:p>
        </p:txBody>
      </p:sp>
      <p:sp>
        <p:nvSpPr>
          <p:cNvPr id="418" name="Google Shape;418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>
                <a:solidFill>
                  <a:schemeClr val="tx2"/>
                </a:solidFill>
              </a:rPr>
              <a:t>Bizonsági</a:t>
            </a:r>
            <a:r>
              <a:rPr lang="hu-HU"/>
              <a:t> intézkedések</a:t>
            </a:r>
            <a:endParaRPr dirty="0">
              <a:solidFill>
                <a:schemeClr val="accent1"/>
              </a:solidFill>
            </a:endParaRPr>
          </a:p>
        </p:txBody>
      </p:sp>
      <p:grpSp>
        <p:nvGrpSpPr>
          <p:cNvPr id="92" name="Google Shape;1201;p74">
            <a:extLst>
              <a:ext uri="{FF2B5EF4-FFF2-40B4-BE49-F238E27FC236}">
                <a16:creationId xmlns:a16="http://schemas.microsoft.com/office/drawing/2014/main" id="{F1B96164-56FD-4301-9000-8875BECA5B00}"/>
              </a:ext>
            </a:extLst>
          </p:cNvPr>
          <p:cNvGrpSpPr/>
          <p:nvPr/>
        </p:nvGrpSpPr>
        <p:grpSpPr>
          <a:xfrm>
            <a:off x="4825409" y="3193077"/>
            <a:ext cx="643772" cy="478988"/>
            <a:chOff x="3899420" y="2364187"/>
            <a:chExt cx="457484" cy="334334"/>
          </a:xfrm>
        </p:grpSpPr>
        <p:sp>
          <p:nvSpPr>
            <p:cNvPr id="93" name="Google Shape;1202;p74">
              <a:extLst>
                <a:ext uri="{FF2B5EF4-FFF2-40B4-BE49-F238E27FC236}">
                  <a16:creationId xmlns:a16="http://schemas.microsoft.com/office/drawing/2014/main" id="{F6DE12A2-0F68-467B-8E79-D048F8E821E4}"/>
                </a:ext>
              </a:extLst>
            </p:cNvPr>
            <p:cNvSpPr/>
            <p:nvPr/>
          </p:nvSpPr>
          <p:spPr>
            <a:xfrm>
              <a:off x="3935075" y="2421625"/>
              <a:ext cx="390686" cy="269969"/>
            </a:xfrm>
            <a:custGeom>
              <a:avLst/>
              <a:gdLst/>
              <a:ahLst/>
              <a:cxnLst/>
              <a:rect l="l" t="t" r="r" b="b"/>
              <a:pathLst>
                <a:path w="12169" h="8657" extrusionOk="0">
                  <a:moveTo>
                    <a:pt x="12168" y="1"/>
                  </a:moveTo>
                  <a:lnTo>
                    <a:pt x="0" y="560"/>
                  </a:lnTo>
                  <a:lnTo>
                    <a:pt x="0" y="2382"/>
                  </a:lnTo>
                  <a:lnTo>
                    <a:pt x="286" y="2584"/>
                  </a:lnTo>
                  <a:lnTo>
                    <a:pt x="0" y="2799"/>
                  </a:lnTo>
                  <a:lnTo>
                    <a:pt x="0" y="4418"/>
                  </a:lnTo>
                  <a:lnTo>
                    <a:pt x="286" y="4620"/>
                  </a:lnTo>
                  <a:lnTo>
                    <a:pt x="0" y="4835"/>
                  </a:lnTo>
                  <a:lnTo>
                    <a:pt x="0" y="6430"/>
                  </a:lnTo>
                  <a:lnTo>
                    <a:pt x="286" y="6632"/>
                  </a:lnTo>
                  <a:lnTo>
                    <a:pt x="0" y="6847"/>
                  </a:lnTo>
                  <a:lnTo>
                    <a:pt x="0" y="8371"/>
                  </a:lnTo>
                  <a:cubicBezTo>
                    <a:pt x="0" y="8525"/>
                    <a:pt x="119" y="8656"/>
                    <a:pt x="286" y="8656"/>
                  </a:cubicBezTo>
                  <a:lnTo>
                    <a:pt x="1322" y="8656"/>
                  </a:lnTo>
                  <a:lnTo>
                    <a:pt x="1536" y="8371"/>
                  </a:lnTo>
                  <a:lnTo>
                    <a:pt x="1739" y="8656"/>
                  </a:lnTo>
                  <a:lnTo>
                    <a:pt x="4489" y="8656"/>
                  </a:lnTo>
                  <a:lnTo>
                    <a:pt x="4703" y="8371"/>
                  </a:lnTo>
                  <a:lnTo>
                    <a:pt x="4906" y="8656"/>
                  </a:lnTo>
                  <a:lnTo>
                    <a:pt x="7668" y="8656"/>
                  </a:lnTo>
                  <a:lnTo>
                    <a:pt x="7870" y="8371"/>
                  </a:lnTo>
                  <a:lnTo>
                    <a:pt x="8085" y="8656"/>
                  </a:lnTo>
                  <a:lnTo>
                    <a:pt x="10835" y="8656"/>
                  </a:lnTo>
                  <a:lnTo>
                    <a:pt x="11037" y="8371"/>
                  </a:lnTo>
                  <a:lnTo>
                    <a:pt x="11252" y="8656"/>
                  </a:lnTo>
                  <a:lnTo>
                    <a:pt x="11811" y="8656"/>
                  </a:lnTo>
                  <a:cubicBezTo>
                    <a:pt x="11978" y="8656"/>
                    <a:pt x="12109" y="8537"/>
                    <a:pt x="12168" y="8394"/>
                  </a:cubicBezTo>
                  <a:lnTo>
                    <a:pt x="121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203;p74">
              <a:extLst>
                <a:ext uri="{FF2B5EF4-FFF2-40B4-BE49-F238E27FC236}">
                  <a16:creationId xmlns:a16="http://schemas.microsoft.com/office/drawing/2014/main" id="{98C53C99-6E51-462C-BBB9-07FF927EB811}"/>
                </a:ext>
              </a:extLst>
            </p:cNvPr>
            <p:cNvSpPr/>
            <p:nvPr/>
          </p:nvSpPr>
          <p:spPr>
            <a:xfrm>
              <a:off x="4293744" y="2422157"/>
              <a:ext cx="35676" cy="270717"/>
            </a:xfrm>
            <a:custGeom>
              <a:avLst/>
              <a:gdLst/>
              <a:ahLst/>
              <a:cxnLst/>
              <a:rect l="l" t="t" r="r" b="b"/>
              <a:pathLst>
                <a:path w="1144" h="8681" extrusionOk="0">
                  <a:moveTo>
                    <a:pt x="274" y="1"/>
                  </a:moveTo>
                  <a:lnTo>
                    <a:pt x="274" y="8395"/>
                  </a:lnTo>
                  <a:cubicBezTo>
                    <a:pt x="274" y="8561"/>
                    <a:pt x="143" y="8680"/>
                    <a:pt x="0" y="8680"/>
                  </a:cubicBezTo>
                  <a:lnTo>
                    <a:pt x="858" y="8680"/>
                  </a:lnTo>
                  <a:cubicBezTo>
                    <a:pt x="1024" y="8680"/>
                    <a:pt x="1143" y="8549"/>
                    <a:pt x="1143" y="8395"/>
                  </a:cubicBezTo>
                  <a:lnTo>
                    <a:pt x="1143" y="6871"/>
                  </a:lnTo>
                  <a:lnTo>
                    <a:pt x="858" y="6656"/>
                  </a:lnTo>
                  <a:lnTo>
                    <a:pt x="1143" y="6454"/>
                  </a:lnTo>
                  <a:lnTo>
                    <a:pt x="1143" y="4859"/>
                  </a:lnTo>
                  <a:lnTo>
                    <a:pt x="858" y="4644"/>
                  </a:lnTo>
                  <a:lnTo>
                    <a:pt x="1143" y="4442"/>
                  </a:lnTo>
                  <a:lnTo>
                    <a:pt x="1143" y="2823"/>
                  </a:lnTo>
                  <a:lnTo>
                    <a:pt x="858" y="2608"/>
                  </a:lnTo>
                  <a:lnTo>
                    <a:pt x="1143" y="2406"/>
                  </a:lnTo>
                  <a:lnTo>
                    <a:pt x="1143" y="584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rgbClr val="3A3E5F">
                <a:alpha val="1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204;p74">
              <a:extLst>
                <a:ext uri="{FF2B5EF4-FFF2-40B4-BE49-F238E27FC236}">
                  <a16:creationId xmlns:a16="http://schemas.microsoft.com/office/drawing/2014/main" id="{488246EE-F623-407C-971B-E4E284554621}"/>
                </a:ext>
              </a:extLst>
            </p:cNvPr>
            <p:cNvSpPr/>
            <p:nvPr/>
          </p:nvSpPr>
          <p:spPr>
            <a:xfrm>
              <a:off x="3909161" y="2381336"/>
              <a:ext cx="434469" cy="58690"/>
            </a:xfrm>
            <a:custGeom>
              <a:avLst/>
              <a:gdLst/>
              <a:ahLst/>
              <a:cxnLst/>
              <a:rect l="l" t="t" r="r" b="b"/>
              <a:pathLst>
                <a:path w="13932" h="1882" extrusionOk="0">
                  <a:moveTo>
                    <a:pt x="275" y="0"/>
                  </a:moveTo>
                  <a:cubicBezTo>
                    <a:pt x="132" y="0"/>
                    <a:pt x="1" y="119"/>
                    <a:pt x="1" y="286"/>
                  </a:cubicBezTo>
                  <a:lnTo>
                    <a:pt x="1" y="1596"/>
                  </a:lnTo>
                  <a:cubicBezTo>
                    <a:pt x="1" y="1750"/>
                    <a:pt x="120" y="1881"/>
                    <a:pt x="275" y="1881"/>
                  </a:cubicBezTo>
                  <a:lnTo>
                    <a:pt x="13646" y="1881"/>
                  </a:lnTo>
                  <a:cubicBezTo>
                    <a:pt x="13812" y="1881"/>
                    <a:pt x="13931" y="1762"/>
                    <a:pt x="13931" y="1596"/>
                  </a:cubicBezTo>
                  <a:lnTo>
                    <a:pt x="13931" y="286"/>
                  </a:lnTo>
                  <a:cubicBezTo>
                    <a:pt x="13931" y="143"/>
                    <a:pt x="13812" y="0"/>
                    <a:pt x="136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205;p74">
              <a:extLst>
                <a:ext uri="{FF2B5EF4-FFF2-40B4-BE49-F238E27FC236}">
                  <a16:creationId xmlns:a16="http://schemas.microsoft.com/office/drawing/2014/main" id="{7FB7F554-F94B-4433-AC86-813C47432428}"/>
                </a:ext>
              </a:extLst>
            </p:cNvPr>
            <p:cNvSpPr/>
            <p:nvPr/>
          </p:nvSpPr>
          <p:spPr>
            <a:xfrm>
              <a:off x="4314918" y="2381336"/>
              <a:ext cx="36393" cy="58690"/>
            </a:xfrm>
            <a:custGeom>
              <a:avLst/>
              <a:gdLst/>
              <a:ahLst/>
              <a:cxnLst/>
              <a:rect l="l" t="t" r="r" b="b"/>
              <a:pathLst>
                <a:path w="1167" h="1882" extrusionOk="0">
                  <a:moveTo>
                    <a:pt x="0" y="0"/>
                  </a:moveTo>
                  <a:cubicBezTo>
                    <a:pt x="167" y="0"/>
                    <a:pt x="286" y="143"/>
                    <a:pt x="286" y="286"/>
                  </a:cubicBezTo>
                  <a:lnTo>
                    <a:pt x="286" y="1596"/>
                  </a:lnTo>
                  <a:cubicBezTo>
                    <a:pt x="286" y="1762"/>
                    <a:pt x="155" y="1881"/>
                    <a:pt x="0" y="1881"/>
                  </a:cubicBezTo>
                  <a:lnTo>
                    <a:pt x="869" y="1881"/>
                  </a:lnTo>
                  <a:cubicBezTo>
                    <a:pt x="1024" y="1881"/>
                    <a:pt x="1143" y="1750"/>
                    <a:pt x="1143" y="1596"/>
                  </a:cubicBezTo>
                  <a:lnTo>
                    <a:pt x="1143" y="286"/>
                  </a:lnTo>
                  <a:cubicBezTo>
                    <a:pt x="1167" y="143"/>
                    <a:pt x="1024" y="0"/>
                    <a:pt x="869" y="0"/>
                  </a:cubicBezTo>
                  <a:close/>
                </a:path>
              </a:pathLst>
            </a:custGeom>
            <a:solidFill>
              <a:srgbClr val="3A3E5F">
                <a:alpha val="1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206;p74">
              <a:extLst>
                <a:ext uri="{FF2B5EF4-FFF2-40B4-BE49-F238E27FC236}">
                  <a16:creationId xmlns:a16="http://schemas.microsoft.com/office/drawing/2014/main" id="{17216D56-04CA-4CD9-A294-36643145DCF2}"/>
                </a:ext>
              </a:extLst>
            </p:cNvPr>
            <p:cNvSpPr/>
            <p:nvPr/>
          </p:nvSpPr>
          <p:spPr>
            <a:xfrm>
              <a:off x="4039140" y="2381398"/>
              <a:ext cx="177131" cy="206258"/>
            </a:xfrm>
            <a:custGeom>
              <a:avLst/>
              <a:gdLst/>
              <a:ahLst/>
              <a:cxnLst/>
              <a:rect l="l" t="t" r="r" b="b"/>
              <a:pathLst>
                <a:path w="5680" h="6614" extrusionOk="0">
                  <a:moveTo>
                    <a:pt x="3144" y="0"/>
                  </a:moveTo>
                  <a:cubicBezTo>
                    <a:pt x="3070" y="0"/>
                    <a:pt x="3001" y="59"/>
                    <a:pt x="3001" y="153"/>
                  </a:cubicBezTo>
                  <a:lnTo>
                    <a:pt x="2941" y="832"/>
                  </a:lnTo>
                  <a:lnTo>
                    <a:pt x="2941" y="1177"/>
                  </a:lnTo>
                  <a:cubicBezTo>
                    <a:pt x="2941" y="1269"/>
                    <a:pt x="2873" y="1319"/>
                    <a:pt x="2803" y="1319"/>
                  </a:cubicBezTo>
                  <a:cubicBezTo>
                    <a:pt x="2756" y="1319"/>
                    <a:pt x="2708" y="1296"/>
                    <a:pt x="2679" y="1248"/>
                  </a:cubicBezTo>
                  <a:lnTo>
                    <a:pt x="2381" y="760"/>
                  </a:lnTo>
                  <a:cubicBezTo>
                    <a:pt x="2352" y="718"/>
                    <a:pt x="2301" y="698"/>
                    <a:pt x="2250" y="698"/>
                  </a:cubicBezTo>
                  <a:cubicBezTo>
                    <a:pt x="2200" y="698"/>
                    <a:pt x="2149" y="718"/>
                    <a:pt x="2119" y="760"/>
                  </a:cubicBezTo>
                  <a:lnTo>
                    <a:pt x="845" y="3010"/>
                  </a:lnTo>
                  <a:cubicBezTo>
                    <a:pt x="0" y="4499"/>
                    <a:pt x="917" y="6308"/>
                    <a:pt x="2512" y="6594"/>
                  </a:cubicBezTo>
                  <a:cubicBezTo>
                    <a:pt x="2568" y="6609"/>
                    <a:pt x="2629" y="6614"/>
                    <a:pt x="2691" y="6614"/>
                  </a:cubicBezTo>
                  <a:cubicBezTo>
                    <a:pt x="2774" y="6614"/>
                    <a:pt x="2859" y="6606"/>
                    <a:pt x="2941" y="6606"/>
                  </a:cubicBezTo>
                  <a:cubicBezTo>
                    <a:pt x="4798" y="6594"/>
                    <a:pt x="5679" y="4618"/>
                    <a:pt x="4763" y="3010"/>
                  </a:cubicBezTo>
                  <a:lnTo>
                    <a:pt x="3274" y="81"/>
                  </a:lnTo>
                  <a:cubicBezTo>
                    <a:pt x="3242" y="25"/>
                    <a:pt x="3192" y="0"/>
                    <a:pt x="3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207;p74">
              <a:extLst>
                <a:ext uri="{FF2B5EF4-FFF2-40B4-BE49-F238E27FC236}">
                  <a16:creationId xmlns:a16="http://schemas.microsoft.com/office/drawing/2014/main" id="{99DAEC4E-887A-48E4-A933-1F9A9E406003}"/>
                </a:ext>
              </a:extLst>
            </p:cNvPr>
            <p:cNvSpPr/>
            <p:nvPr/>
          </p:nvSpPr>
          <p:spPr>
            <a:xfrm>
              <a:off x="4115896" y="2372635"/>
              <a:ext cx="107713" cy="215894"/>
            </a:xfrm>
            <a:custGeom>
              <a:avLst/>
              <a:gdLst/>
              <a:ahLst/>
              <a:cxnLst/>
              <a:rect l="l" t="t" r="r" b="b"/>
              <a:pathLst>
                <a:path w="3454" h="6923" extrusionOk="0">
                  <a:moveTo>
                    <a:pt x="571" y="1"/>
                  </a:moveTo>
                  <a:cubicBezTo>
                    <a:pt x="498" y="1"/>
                    <a:pt x="429" y="55"/>
                    <a:pt x="429" y="148"/>
                  </a:cubicBezTo>
                  <a:lnTo>
                    <a:pt x="429" y="1113"/>
                  </a:lnTo>
                  <a:lnTo>
                    <a:pt x="1667" y="3291"/>
                  </a:lnTo>
                  <a:cubicBezTo>
                    <a:pt x="2513" y="4780"/>
                    <a:pt x="1596" y="6589"/>
                    <a:pt x="0" y="6875"/>
                  </a:cubicBezTo>
                  <a:cubicBezTo>
                    <a:pt x="131" y="6911"/>
                    <a:pt x="286" y="6923"/>
                    <a:pt x="429" y="6923"/>
                  </a:cubicBezTo>
                  <a:cubicBezTo>
                    <a:pt x="2286" y="6911"/>
                    <a:pt x="3453" y="4899"/>
                    <a:pt x="2524" y="3291"/>
                  </a:cubicBezTo>
                  <a:lnTo>
                    <a:pt x="703" y="77"/>
                  </a:lnTo>
                  <a:cubicBezTo>
                    <a:pt x="670" y="25"/>
                    <a:pt x="619" y="1"/>
                    <a:pt x="571" y="1"/>
                  </a:cubicBezTo>
                  <a:close/>
                </a:path>
              </a:pathLst>
            </a:custGeom>
            <a:solidFill>
              <a:srgbClr val="3A3E5F">
                <a:alpha val="1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208;p74">
              <a:extLst>
                <a:ext uri="{FF2B5EF4-FFF2-40B4-BE49-F238E27FC236}">
                  <a16:creationId xmlns:a16="http://schemas.microsoft.com/office/drawing/2014/main" id="{9AC92B72-78D3-47CF-AD40-94B3D295E420}"/>
                </a:ext>
              </a:extLst>
            </p:cNvPr>
            <p:cNvSpPr/>
            <p:nvPr/>
          </p:nvSpPr>
          <p:spPr>
            <a:xfrm>
              <a:off x="4082091" y="2472396"/>
              <a:ext cx="86570" cy="114667"/>
            </a:xfrm>
            <a:custGeom>
              <a:avLst/>
              <a:gdLst/>
              <a:ahLst/>
              <a:cxnLst/>
              <a:rect l="l" t="t" r="r" b="b"/>
              <a:pathLst>
                <a:path w="2776" h="3677" extrusionOk="0">
                  <a:moveTo>
                    <a:pt x="1500" y="0"/>
                  </a:moveTo>
                  <a:cubicBezTo>
                    <a:pt x="1465" y="0"/>
                    <a:pt x="1430" y="15"/>
                    <a:pt x="1406" y="45"/>
                  </a:cubicBezTo>
                  <a:lnTo>
                    <a:pt x="418" y="1807"/>
                  </a:lnTo>
                  <a:cubicBezTo>
                    <a:pt x="1" y="2533"/>
                    <a:pt x="394" y="3438"/>
                    <a:pt x="1156" y="3652"/>
                  </a:cubicBezTo>
                  <a:cubicBezTo>
                    <a:pt x="1275" y="3676"/>
                    <a:pt x="1394" y="3676"/>
                    <a:pt x="1513" y="3676"/>
                  </a:cubicBezTo>
                  <a:cubicBezTo>
                    <a:pt x="2239" y="3676"/>
                    <a:pt x="2763" y="3105"/>
                    <a:pt x="2775" y="2462"/>
                  </a:cubicBezTo>
                  <a:cubicBezTo>
                    <a:pt x="2775" y="2247"/>
                    <a:pt x="2739" y="2021"/>
                    <a:pt x="2596" y="1807"/>
                  </a:cubicBezTo>
                  <a:lnTo>
                    <a:pt x="1584" y="45"/>
                  </a:lnTo>
                  <a:cubicBezTo>
                    <a:pt x="1567" y="15"/>
                    <a:pt x="1534" y="0"/>
                    <a:pt x="15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209;p74">
              <a:extLst>
                <a:ext uri="{FF2B5EF4-FFF2-40B4-BE49-F238E27FC236}">
                  <a16:creationId xmlns:a16="http://schemas.microsoft.com/office/drawing/2014/main" id="{2DBBF92B-351F-4536-829E-958023561C19}"/>
                </a:ext>
              </a:extLst>
            </p:cNvPr>
            <p:cNvSpPr/>
            <p:nvPr/>
          </p:nvSpPr>
          <p:spPr>
            <a:xfrm>
              <a:off x="4118110" y="2548394"/>
              <a:ext cx="50551" cy="39761"/>
            </a:xfrm>
            <a:custGeom>
              <a:avLst/>
              <a:gdLst/>
              <a:ahLst/>
              <a:cxnLst/>
              <a:rect l="l" t="t" r="r" b="b"/>
              <a:pathLst>
                <a:path w="1621" h="1275" extrusionOk="0">
                  <a:moveTo>
                    <a:pt x="1620" y="1"/>
                  </a:moveTo>
                  <a:lnTo>
                    <a:pt x="1620" y="1"/>
                  </a:lnTo>
                  <a:cubicBezTo>
                    <a:pt x="1299" y="596"/>
                    <a:pt x="715" y="1072"/>
                    <a:pt x="1" y="1227"/>
                  </a:cubicBezTo>
                  <a:cubicBezTo>
                    <a:pt x="120" y="1251"/>
                    <a:pt x="239" y="1275"/>
                    <a:pt x="358" y="1275"/>
                  </a:cubicBezTo>
                  <a:cubicBezTo>
                    <a:pt x="1108" y="1275"/>
                    <a:pt x="1620" y="656"/>
                    <a:pt x="1620" y="1"/>
                  </a:cubicBezTo>
                  <a:close/>
                </a:path>
              </a:pathLst>
            </a:custGeom>
            <a:solidFill>
              <a:srgbClr val="FFD3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210;p74">
              <a:extLst>
                <a:ext uri="{FF2B5EF4-FFF2-40B4-BE49-F238E27FC236}">
                  <a16:creationId xmlns:a16="http://schemas.microsoft.com/office/drawing/2014/main" id="{4D989BC7-A39F-4CFD-839E-1ACD8E653781}"/>
                </a:ext>
              </a:extLst>
            </p:cNvPr>
            <p:cNvSpPr/>
            <p:nvPr/>
          </p:nvSpPr>
          <p:spPr>
            <a:xfrm>
              <a:off x="3899420" y="2364187"/>
              <a:ext cx="457484" cy="334334"/>
            </a:xfrm>
            <a:custGeom>
              <a:avLst/>
              <a:gdLst/>
              <a:ahLst/>
              <a:cxnLst/>
              <a:rect l="l" t="t" r="r" b="b"/>
              <a:pathLst>
                <a:path w="14670" h="10721" extrusionOk="0">
                  <a:moveTo>
                    <a:pt x="7109" y="719"/>
                  </a:moveTo>
                  <a:lnTo>
                    <a:pt x="7109" y="1410"/>
                  </a:lnTo>
                  <a:lnTo>
                    <a:pt x="6930" y="1136"/>
                  </a:lnTo>
                  <a:cubicBezTo>
                    <a:pt x="6871" y="1029"/>
                    <a:pt x="6752" y="969"/>
                    <a:pt x="6633" y="969"/>
                  </a:cubicBezTo>
                  <a:cubicBezTo>
                    <a:pt x="6502" y="969"/>
                    <a:pt x="6394" y="1041"/>
                    <a:pt x="6335" y="1148"/>
                  </a:cubicBezTo>
                  <a:lnTo>
                    <a:pt x="5763" y="2160"/>
                  </a:lnTo>
                  <a:lnTo>
                    <a:pt x="501" y="2160"/>
                  </a:lnTo>
                  <a:cubicBezTo>
                    <a:pt x="495" y="2162"/>
                    <a:pt x="489" y="2163"/>
                    <a:pt x="483" y="2163"/>
                  </a:cubicBezTo>
                  <a:cubicBezTo>
                    <a:pt x="454" y="2163"/>
                    <a:pt x="429" y="2140"/>
                    <a:pt x="429" y="2101"/>
                  </a:cubicBezTo>
                  <a:lnTo>
                    <a:pt x="429" y="791"/>
                  </a:lnTo>
                  <a:cubicBezTo>
                    <a:pt x="429" y="743"/>
                    <a:pt x="465" y="719"/>
                    <a:pt x="501" y="719"/>
                  </a:cubicBezTo>
                  <a:close/>
                  <a:moveTo>
                    <a:pt x="3977" y="2612"/>
                  </a:moveTo>
                  <a:lnTo>
                    <a:pt x="3977" y="4196"/>
                  </a:lnTo>
                  <a:lnTo>
                    <a:pt x="1215" y="4196"/>
                  </a:lnTo>
                  <a:lnTo>
                    <a:pt x="1215" y="2612"/>
                  </a:lnTo>
                  <a:close/>
                  <a:moveTo>
                    <a:pt x="10347" y="2612"/>
                  </a:moveTo>
                  <a:lnTo>
                    <a:pt x="10347" y="4196"/>
                  </a:lnTo>
                  <a:lnTo>
                    <a:pt x="9907" y="4196"/>
                  </a:lnTo>
                  <a:cubicBezTo>
                    <a:pt x="9847" y="3934"/>
                    <a:pt x="9764" y="3660"/>
                    <a:pt x="9609" y="3410"/>
                  </a:cubicBezTo>
                  <a:lnTo>
                    <a:pt x="9157" y="2612"/>
                  </a:lnTo>
                  <a:close/>
                  <a:moveTo>
                    <a:pt x="13538" y="2612"/>
                  </a:moveTo>
                  <a:lnTo>
                    <a:pt x="13538" y="4196"/>
                  </a:lnTo>
                  <a:lnTo>
                    <a:pt x="10788" y="4196"/>
                  </a:lnTo>
                  <a:lnTo>
                    <a:pt x="10788" y="2612"/>
                  </a:lnTo>
                  <a:close/>
                  <a:moveTo>
                    <a:pt x="2334" y="4637"/>
                  </a:moveTo>
                  <a:lnTo>
                    <a:pt x="2334" y="6220"/>
                  </a:lnTo>
                  <a:lnTo>
                    <a:pt x="1215" y="6220"/>
                  </a:lnTo>
                  <a:lnTo>
                    <a:pt x="1215" y="4637"/>
                  </a:lnTo>
                  <a:close/>
                  <a:moveTo>
                    <a:pt x="4704" y="4637"/>
                  </a:moveTo>
                  <a:cubicBezTo>
                    <a:pt x="4692" y="5184"/>
                    <a:pt x="4835" y="5720"/>
                    <a:pt x="5144" y="6184"/>
                  </a:cubicBezTo>
                  <a:cubicBezTo>
                    <a:pt x="5168" y="6196"/>
                    <a:pt x="5168" y="6208"/>
                    <a:pt x="5180" y="6220"/>
                  </a:cubicBezTo>
                  <a:lnTo>
                    <a:pt x="2763" y="6220"/>
                  </a:lnTo>
                  <a:lnTo>
                    <a:pt x="2763" y="4637"/>
                  </a:lnTo>
                  <a:close/>
                  <a:moveTo>
                    <a:pt x="11907" y="4637"/>
                  </a:moveTo>
                  <a:lnTo>
                    <a:pt x="11907" y="6220"/>
                  </a:lnTo>
                  <a:lnTo>
                    <a:pt x="9490" y="6220"/>
                  </a:lnTo>
                  <a:cubicBezTo>
                    <a:pt x="9538" y="6161"/>
                    <a:pt x="9585" y="6101"/>
                    <a:pt x="9609" y="6030"/>
                  </a:cubicBezTo>
                  <a:cubicBezTo>
                    <a:pt x="9871" y="5601"/>
                    <a:pt x="9990" y="5113"/>
                    <a:pt x="9966" y="4637"/>
                  </a:cubicBezTo>
                  <a:close/>
                  <a:moveTo>
                    <a:pt x="13538" y="4637"/>
                  </a:moveTo>
                  <a:lnTo>
                    <a:pt x="13538" y="6220"/>
                  </a:lnTo>
                  <a:lnTo>
                    <a:pt x="12336" y="6220"/>
                  </a:lnTo>
                  <a:lnTo>
                    <a:pt x="12336" y="4637"/>
                  </a:lnTo>
                  <a:close/>
                  <a:moveTo>
                    <a:pt x="7561" y="672"/>
                  </a:moveTo>
                  <a:lnTo>
                    <a:pt x="8621" y="2517"/>
                  </a:lnTo>
                  <a:lnTo>
                    <a:pt x="9252" y="3648"/>
                  </a:lnTo>
                  <a:cubicBezTo>
                    <a:pt x="9657" y="4339"/>
                    <a:pt x="9645" y="5172"/>
                    <a:pt x="9240" y="5851"/>
                  </a:cubicBezTo>
                  <a:cubicBezTo>
                    <a:pt x="9133" y="6030"/>
                    <a:pt x="9014" y="6196"/>
                    <a:pt x="8871" y="6327"/>
                  </a:cubicBezTo>
                  <a:cubicBezTo>
                    <a:pt x="8811" y="6387"/>
                    <a:pt x="8752" y="6434"/>
                    <a:pt x="8692" y="6482"/>
                  </a:cubicBezTo>
                  <a:cubicBezTo>
                    <a:pt x="8883" y="6041"/>
                    <a:pt x="8847" y="5565"/>
                    <a:pt x="8609" y="5149"/>
                  </a:cubicBezTo>
                  <a:lnTo>
                    <a:pt x="7609" y="3398"/>
                  </a:lnTo>
                  <a:cubicBezTo>
                    <a:pt x="7549" y="3291"/>
                    <a:pt x="7442" y="3232"/>
                    <a:pt x="7335" y="3232"/>
                  </a:cubicBezTo>
                  <a:cubicBezTo>
                    <a:pt x="7216" y="3232"/>
                    <a:pt x="7109" y="3291"/>
                    <a:pt x="7073" y="3398"/>
                  </a:cubicBezTo>
                  <a:lnTo>
                    <a:pt x="6061" y="5149"/>
                  </a:lnTo>
                  <a:cubicBezTo>
                    <a:pt x="5823" y="5565"/>
                    <a:pt x="5787" y="6041"/>
                    <a:pt x="5978" y="6482"/>
                  </a:cubicBezTo>
                  <a:cubicBezTo>
                    <a:pt x="5918" y="6434"/>
                    <a:pt x="5859" y="6375"/>
                    <a:pt x="5799" y="6327"/>
                  </a:cubicBezTo>
                  <a:cubicBezTo>
                    <a:pt x="5704" y="6220"/>
                    <a:pt x="5597" y="6101"/>
                    <a:pt x="5501" y="5970"/>
                  </a:cubicBezTo>
                  <a:cubicBezTo>
                    <a:pt x="5085" y="5363"/>
                    <a:pt x="5013" y="4589"/>
                    <a:pt x="5287" y="3922"/>
                  </a:cubicBezTo>
                  <a:cubicBezTo>
                    <a:pt x="5323" y="3815"/>
                    <a:pt x="5263" y="3684"/>
                    <a:pt x="5168" y="3636"/>
                  </a:cubicBezTo>
                  <a:cubicBezTo>
                    <a:pt x="5143" y="3625"/>
                    <a:pt x="5116" y="3620"/>
                    <a:pt x="5089" y="3620"/>
                  </a:cubicBezTo>
                  <a:cubicBezTo>
                    <a:pt x="5003" y="3620"/>
                    <a:pt x="4919" y="3674"/>
                    <a:pt x="4882" y="3755"/>
                  </a:cubicBezTo>
                  <a:cubicBezTo>
                    <a:pt x="4823" y="3898"/>
                    <a:pt x="4775" y="4065"/>
                    <a:pt x="4751" y="4232"/>
                  </a:cubicBezTo>
                  <a:lnTo>
                    <a:pt x="4406" y="4232"/>
                  </a:lnTo>
                  <a:lnTo>
                    <a:pt x="4406" y="2636"/>
                  </a:lnTo>
                  <a:lnTo>
                    <a:pt x="5488" y="2636"/>
                  </a:lnTo>
                  <a:lnTo>
                    <a:pt x="5347" y="2886"/>
                  </a:lnTo>
                  <a:cubicBezTo>
                    <a:pt x="5287" y="2993"/>
                    <a:pt x="5311" y="3124"/>
                    <a:pt x="5418" y="3184"/>
                  </a:cubicBezTo>
                  <a:cubicBezTo>
                    <a:pt x="5456" y="3205"/>
                    <a:pt x="5498" y="3216"/>
                    <a:pt x="5538" y="3216"/>
                  </a:cubicBezTo>
                  <a:cubicBezTo>
                    <a:pt x="5610" y="3216"/>
                    <a:pt x="5677" y="3181"/>
                    <a:pt x="5716" y="3113"/>
                  </a:cubicBezTo>
                  <a:lnTo>
                    <a:pt x="6073" y="2505"/>
                  </a:lnTo>
                  <a:lnTo>
                    <a:pt x="6656" y="1493"/>
                  </a:lnTo>
                  <a:lnTo>
                    <a:pt x="6894" y="1874"/>
                  </a:lnTo>
                  <a:cubicBezTo>
                    <a:pt x="6966" y="1986"/>
                    <a:pt x="7098" y="2046"/>
                    <a:pt x="7224" y="2046"/>
                  </a:cubicBezTo>
                  <a:cubicBezTo>
                    <a:pt x="7246" y="2046"/>
                    <a:pt x="7267" y="2044"/>
                    <a:pt x="7287" y="2041"/>
                  </a:cubicBezTo>
                  <a:cubicBezTo>
                    <a:pt x="7442" y="2005"/>
                    <a:pt x="7561" y="1862"/>
                    <a:pt x="7561" y="1696"/>
                  </a:cubicBezTo>
                  <a:lnTo>
                    <a:pt x="7561" y="672"/>
                  </a:lnTo>
                  <a:close/>
                  <a:moveTo>
                    <a:pt x="7335" y="3755"/>
                  </a:moveTo>
                  <a:lnTo>
                    <a:pt x="8240" y="5327"/>
                  </a:lnTo>
                  <a:cubicBezTo>
                    <a:pt x="8442" y="5660"/>
                    <a:pt x="8442" y="6041"/>
                    <a:pt x="8240" y="6387"/>
                  </a:cubicBezTo>
                  <a:cubicBezTo>
                    <a:pt x="8049" y="6720"/>
                    <a:pt x="7704" y="6911"/>
                    <a:pt x="7335" y="6911"/>
                  </a:cubicBezTo>
                  <a:cubicBezTo>
                    <a:pt x="7324" y="6911"/>
                    <a:pt x="7314" y="6911"/>
                    <a:pt x="7303" y="6911"/>
                  </a:cubicBezTo>
                  <a:cubicBezTo>
                    <a:pt x="6935" y="6911"/>
                    <a:pt x="6604" y="6711"/>
                    <a:pt x="6430" y="6387"/>
                  </a:cubicBezTo>
                  <a:cubicBezTo>
                    <a:pt x="6240" y="6065"/>
                    <a:pt x="6240" y="5672"/>
                    <a:pt x="6430" y="5327"/>
                  </a:cubicBezTo>
                  <a:lnTo>
                    <a:pt x="7335" y="3755"/>
                  </a:lnTo>
                  <a:close/>
                  <a:moveTo>
                    <a:pt x="3977" y="6661"/>
                  </a:moveTo>
                  <a:lnTo>
                    <a:pt x="3977" y="8244"/>
                  </a:lnTo>
                  <a:lnTo>
                    <a:pt x="1215" y="8244"/>
                  </a:lnTo>
                  <a:lnTo>
                    <a:pt x="1215" y="6661"/>
                  </a:lnTo>
                  <a:close/>
                  <a:moveTo>
                    <a:pt x="5549" y="6673"/>
                  </a:moveTo>
                  <a:cubicBezTo>
                    <a:pt x="5978" y="7077"/>
                    <a:pt x="6549" y="7315"/>
                    <a:pt x="7156" y="7351"/>
                  </a:cubicBezTo>
                  <a:lnTo>
                    <a:pt x="7156" y="8268"/>
                  </a:lnTo>
                  <a:lnTo>
                    <a:pt x="4406" y="8268"/>
                  </a:lnTo>
                  <a:lnTo>
                    <a:pt x="4406" y="6673"/>
                  </a:lnTo>
                  <a:close/>
                  <a:moveTo>
                    <a:pt x="13526" y="6673"/>
                  </a:moveTo>
                  <a:lnTo>
                    <a:pt x="13526" y="8268"/>
                  </a:lnTo>
                  <a:lnTo>
                    <a:pt x="10776" y="8268"/>
                  </a:lnTo>
                  <a:lnTo>
                    <a:pt x="10776" y="7923"/>
                  </a:lnTo>
                  <a:cubicBezTo>
                    <a:pt x="10776" y="7804"/>
                    <a:pt x="10669" y="7708"/>
                    <a:pt x="10562" y="7708"/>
                  </a:cubicBezTo>
                  <a:cubicBezTo>
                    <a:pt x="10466" y="7708"/>
                    <a:pt x="10359" y="7816"/>
                    <a:pt x="10359" y="7923"/>
                  </a:cubicBezTo>
                  <a:lnTo>
                    <a:pt x="10359" y="8268"/>
                  </a:lnTo>
                  <a:lnTo>
                    <a:pt x="7609" y="8268"/>
                  </a:lnTo>
                  <a:lnTo>
                    <a:pt x="7609" y="7339"/>
                  </a:lnTo>
                  <a:cubicBezTo>
                    <a:pt x="8180" y="7280"/>
                    <a:pt x="8704" y="7042"/>
                    <a:pt x="9121" y="6673"/>
                  </a:cubicBezTo>
                  <a:lnTo>
                    <a:pt x="10359" y="6673"/>
                  </a:lnTo>
                  <a:lnTo>
                    <a:pt x="10359" y="6994"/>
                  </a:lnTo>
                  <a:cubicBezTo>
                    <a:pt x="10359" y="7113"/>
                    <a:pt x="10466" y="7208"/>
                    <a:pt x="10562" y="7208"/>
                  </a:cubicBezTo>
                  <a:cubicBezTo>
                    <a:pt x="10669" y="7208"/>
                    <a:pt x="10776" y="7101"/>
                    <a:pt x="10776" y="6994"/>
                  </a:cubicBezTo>
                  <a:lnTo>
                    <a:pt x="10776" y="6673"/>
                  </a:lnTo>
                  <a:close/>
                  <a:moveTo>
                    <a:pt x="2334" y="8685"/>
                  </a:moveTo>
                  <a:lnTo>
                    <a:pt x="2334" y="10292"/>
                  </a:lnTo>
                  <a:lnTo>
                    <a:pt x="1299" y="10292"/>
                  </a:lnTo>
                  <a:cubicBezTo>
                    <a:pt x="1251" y="10292"/>
                    <a:pt x="1215" y="10256"/>
                    <a:pt x="1215" y="10209"/>
                  </a:cubicBezTo>
                  <a:lnTo>
                    <a:pt x="1215" y="8685"/>
                  </a:lnTo>
                  <a:close/>
                  <a:moveTo>
                    <a:pt x="5525" y="8697"/>
                  </a:moveTo>
                  <a:lnTo>
                    <a:pt x="5525" y="10292"/>
                  </a:lnTo>
                  <a:lnTo>
                    <a:pt x="2763" y="10292"/>
                  </a:lnTo>
                  <a:lnTo>
                    <a:pt x="2763" y="8697"/>
                  </a:lnTo>
                  <a:close/>
                  <a:moveTo>
                    <a:pt x="8704" y="8685"/>
                  </a:moveTo>
                  <a:lnTo>
                    <a:pt x="8704" y="10292"/>
                  </a:lnTo>
                  <a:lnTo>
                    <a:pt x="5954" y="10292"/>
                  </a:lnTo>
                  <a:lnTo>
                    <a:pt x="5954" y="8685"/>
                  </a:lnTo>
                  <a:close/>
                  <a:moveTo>
                    <a:pt x="11895" y="8685"/>
                  </a:moveTo>
                  <a:lnTo>
                    <a:pt x="11895" y="10292"/>
                  </a:lnTo>
                  <a:lnTo>
                    <a:pt x="9133" y="10292"/>
                  </a:lnTo>
                  <a:lnTo>
                    <a:pt x="9133" y="8685"/>
                  </a:lnTo>
                  <a:close/>
                  <a:moveTo>
                    <a:pt x="13526" y="8697"/>
                  </a:moveTo>
                  <a:lnTo>
                    <a:pt x="13526" y="10232"/>
                  </a:lnTo>
                  <a:cubicBezTo>
                    <a:pt x="13538" y="10256"/>
                    <a:pt x="13514" y="10292"/>
                    <a:pt x="13467" y="10292"/>
                  </a:cubicBezTo>
                  <a:lnTo>
                    <a:pt x="12324" y="10292"/>
                  </a:lnTo>
                  <a:lnTo>
                    <a:pt x="12324" y="8697"/>
                  </a:lnTo>
                  <a:close/>
                  <a:moveTo>
                    <a:pt x="7491" y="1"/>
                  </a:moveTo>
                  <a:cubicBezTo>
                    <a:pt x="7456" y="1"/>
                    <a:pt x="7420" y="6"/>
                    <a:pt x="7383" y="17"/>
                  </a:cubicBezTo>
                  <a:cubicBezTo>
                    <a:pt x="7252" y="53"/>
                    <a:pt x="7156" y="148"/>
                    <a:pt x="7121" y="291"/>
                  </a:cubicBezTo>
                  <a:lnTo>
                    <a:pt x="501" y="291"/>
                  </a:lnTo>
                  <a:cubicBezTo>
                    <a:pt x="239" y="291"/>
                    <a:pt x="1" y="505"/>
                    <a:pt x="1" y="791"/>
                  </a:cubicBezTo>
                  <a:lnTo>
                    <a:pt x="1" y="2101"/>
                  </a:lnTo>
                  <a:cubicBezTo>
                    <a:pt x="1" y="2374"/>
                    <a:pt x="215" y="2612"/>
                    <a:pt x="501" y="2612"/>
                  </a:cubicBezTo>
                  <a:lnTo>
                    <a:pt x="787" y="2612"/>
                  </a:lnTo>
                  <a:lnTo>
                    <a:pt x="787" y="10209"/>
                  </a:lnTo>
                  <a:cubicBezTo>
                    <a:pt x="787" y="10483"/>
                    <a:pt x="1013" y="10721"/>
                    <a:pt x="1287" y="10721"/>
                  </a:cubicBezTo>
                  <a:lnTo>
                    <a:pt x="13467" y="10721"/>
                  </a:lnTo>
                  <a:cubicBezTo>
                    <a:pt x="13729" y="10721"/>
                    <a:pt x="13967" y="10494"/>
                    <a:pt x="13967" y="10209"/>
                  </a:cubicBezTo>
                  <a:lnTo>
                    <a:pt x="13967" y="2612"/>
                  </a:lnTo>
                  <a:lnTo>
                    <a:pt x="14169" y="2612"/>
                  </a:lnTo>
                  <a:cubicBezTo>
                    <a:pt x="14431" y="2612"/>
                    <a:pt x="14669" y="2386"/>
                    <a:pt x="14669" y="2101"/>
                  </a:cubicBezTo>
                  <a:lnTo>
                    <a:pt x="14669" y="791"/>
                  </a:lnTo>
                  <a:cubicBezTo>
                    <a:pt x="14657" y="505"/>
                    <a:pt x="14431" y="291"/>
                    <a:pt x="14157" y="291"/>
                  </a:cubicBezTo>
                  <a:lnTo>
                    <a:pt x="11550" y="291"/>
                  </a:lnTo>
                  <a:cubicBezTo>
                    <a:pt x="11431" y="291"/>
                    <a:pt x="11335" y="386"/>
                    <a:pt x="11335" y="493"/>
                  </a:cubicBezTo>
                  <a:cubicBezTo>
                    <a:pt x="11335" y="612"/>
                    <a:pt x="11443" y="696"/>
                    <a:pt x="11550" y="696"/>
                  </a:cubicBezTo>
                  <a:lnTo>
                    <a:pt x="14157" y="696"/>
                  </a:lnTo>
                  <a:cubicBezTo>
                    <a:pt x="14193" y="696"/>
                    <a:pt x="14229" y="731"/>
                    <a:pt x="14229" y="779"/>
                  </a:cubicBezTo>
                  <a:lnTo>
                    <a:pt x="14229" y="2089"/>
                  </a:lnTo>
                  <a:cubicBezTo>
                    <a:pt x="14229" y="2136"/>
                    <a:pt x="14193" y="2160"/>
                    <a:pt x="14157" y="2160"/>
                  </a:cubicBezTo>
                  <a:lnTo>
                    <a:pt x="8919" y="2160"/>
                  </a:lnTo>
                  <a:lnTo>
                    <a:pt x="8085" y="696"/>
                  </a:lnTo>
                  <a:lnTo>
                    <a:pt x="10609" y="696"/>
                  </a:lnTo>
                  <a:cubicBezTo>
                    <a:pt x="10728" y="696"/>
                    <a:pt x="10824" y="600"/>
                    <a:pt x="10824" y="493"/>
                  </a:cubicBezTo>
                  <a:cubicBezTo>
                    <a:pt x="10824" y="374"/>
                    <a:pt x="10716" y="291"/>
                    <a:pt x="10609" y="291"/>
                  </a:cubicBezTo>
                  <a:lnTo>
                    <a:pt x="7847" y="291"/>
                  </a:lnTo>
                  <a:lnTo>
                    <a:pt x="7787" y="184"/>
                  </a:lnTo>
                  <a:cubicBezTo>
                    <a:pt x="7714" y="64"/>
                    <a:pt x="7611" y="1"/>
                    <a:pt x="74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E7F6BDC7-56B5-4EF6-B329-5359561F4B5B}"/>
              </a:ext>
            </a:extLst>
          </p:cNvPr>
          <p:cNvGrpSpPr/>
          <p:nvPr/>
        </p:nvGrpSpPr>
        <p:grpSpPr>
          <a:xfrm>
            <a:off x="4906795" y="1616319"/>
            <a:ext cx="487323" cy="566507"/>
            <a:chOff x="5005877" y="863797"/>
            <a:chExt cx="320515" cy="358343"/>
          </a:xfrm>
        </p:grpSpPr>
        <p:sp>
          <p:nvSpPr>
            <p:cNvPr id="103" name="Google Shape;10856;p90">
              <a:extLst>
                <a:ext uri="{FF2B5EF4-FFF2-40B4-BE49-F238E27FC236}">
                  <a16:creationId xmlns:a16="http://schemas.microsoft.com/office/drawing/2014/main" id="{1A75259D-EAB7-4ED5-B154-2236D39922FE}"/>
                </a:ext>
              </a:extLst>
            </p:cNvPr>
            <p:cNvSpPr/>
            <p:nvPr/>
          </p:nvSpPr>
          <p:spPr>
            <a:xfrm>
              <a:off x="5020625" y="1107045"/>
              <a:ext cx="96952" cy="96979"/>
            </a:xfrm>
            <a:custGeom>
              <a:avLst/>
              <a:gdLst/>
              <a:ahLst/>
              <a:cxnLst/>
              <a:rect l="l" t="t" r="r" b="b"/>
              <a:pathLst>
                <a:path w="3698" h="3699" extrusionOk="0">
                  <a:moveTo>
                    <a:pt x="2202" y="0"/>
                  </a:moveTo>
                  <a:lnTo>
                    <a:pt x="0" y="2206"/>
                  </a:lnTo>
                  <a:lnTo>
                    <a:pt x="1492" y="3698"/>
                  </a:lnTo>
                  <a:lnTo>
                    <a:pt x="1934" y="3256"/>
                  </a:lnTo>
                  <a:lnTo>
                    <a:pt x="1373" y="2695"/>
                  </a:lnTo>
                  <a:lnTo>
                    <a:pt x="1811" y="2253"/>
                  </a:lnTo>
                  <a:lnTo>
                    <a:pt x="2372" y="2818"/>
                  </a:lnTo>
                  <a:lnTo>
                    <a:pt x="2814" y="2376"/>
                  </a:lnTo>
                  <a:lnTo>
                    <a:pt x="2253" y="1815"/>
                  </a:lnTo>
                  <a:lnTo>
                    <a:pt x="2695" y="1373"/>
                  </a:lnTo>
                  <a:lnTo>
                    <a:pt x="3256" y="1934"/>
                  </a:lnTo>
                  <a:lnTo>
                    <a:pt x="3698" y="1493"/>
                  </a:lnTo>
                  <a:lnTo>
                    <a:pt x="2202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857;p90">
              <a:extLst>
                <a:ext uri="{FF2B5EF4-FFF2-40B4-BE49-F238E27FC236}">
                  <a16:creationId xmlns:a16="http://schemas.microsoft.com/office/drawing/2014/main" id="{A6FADB6F-E470-4D8F-ACAE-AA93DE9EC743}"/>
                </a:ext>
              </a:extLst>
            </p:cNvPr>
            <p:cNvSpPr/>
            <p:nvPr/>
          </p:nvSpPr>
          <p:spPr>
            <a:xfrm>
              <a:off x="5147280" y="1046090"/>
              <a:ext cx="149858" cy="170729"/>
            </a:xfrm>
            <a:custGeom>
              <a:avLst/>
              <a:gdLst/>
              <a:ahLst/>
              <a:cxnLst/>
              <a:rect l="l" t="t" r="r" b="b"/>
              <a:pathLst>
                <a:path w="5716" h="6512" extrusionOk="0">
                  <a:moveTo>
                    <a:pt x="2098" y="0"/>
                  </a:moveTo>
                  <a:lnTo>
                    <a:pt x="1554" y="1492"/>
                  </a:lnTo>
                  <a:cubicBezTo>
                    <a:pt x="537" y="2054"/>
                    <a:pt x="1" y="3213"/>
                    <a:pt x="225" y="4354"/>
                  </a:cubicBezTo>
                  <a:cubicBezTo>
                    <a:pt x="424" y="5342"/>
                    <a:pt x="1159" y="6139"/>
                    <a:pt x="2126" y="6411"/>
                  </a:cubicBezTo>
                  <a:cubicBezTo>
                    <a:pt x="2367" y="6479"/>
                    <a:pt x="2611" y="6512"/>
                    <a:pt x="2854" y="6512"/>
                  </a:cubicBezTo>
                  <a:cubicBezTo>
                    <a:pt x="3591" y="6512"/>
                    <a:pt x="4310" y="6206"/>
                    <a:pt x="4825" y="5650"/>
                  </a:cubicBezTo>
                  <a:cubicBezTo>
                    <a:pt x="5506" y="4908"/>
                    <a:pt x="5716" y="3847"/>
                    <a:pt x="5368" y="2901"/>
                  </a:cubicBezTo>
                  <a:cubicBezTo>
                    <a:pt x="5017" y="1956"/>
                    <a:pt x="4166" y="1290"/>
                    <a:pt x="3166" y="1170"/>
                  </a:cubicBezTo>
                  <a:lnTo>
                    <a:pt x="2098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858;p90">
              <a:extLst>
                <a:ext uri="{FF2B5EF4-FFF2-40B4-BE49-F238E27FC236}">
                  <a16:creationId xmlns:a16="http://schemas.microsoft.com/office/drawing/2014/main" id="{3769A5B9-0F28-462C-B864-6152F701C0C5}"/>
                </a:ext>
              </a:extLst>
            </p:cNvPr>
            <p:cNvSpPr/>
            <p:nvPr/>
          </p:nvSpPr>
          <p:spPr>
            <a:xfrm>
              <a:off x="5193816" y="1132975"/>
              <a:ext cx="55554" cy="39982"/>
            </a:xfrm>
            <a:custGeom>
              <a:avLst/>
              <a:gdLst/>
              <a:ahLst/>
              <a:cxnLst/>
              <a:rect l="l" t="t" r="r" b="b"/>
              <a:pathLst>
                <a:path w="2119" h="1525" extrusionOk="0">
                  <a:moveTo>
                    <a:pt x="0" y="0"/>
                  </a:moveTo>
                  <a:lnTo>
                    <a:pt x="0" y="1525"/>
                  </a:lnTo>
                  <a:lnTo>
                    <a:pt x="2119" y="1525"/>
                  </a:lnTo>
                  <a:lnTo>
                    <a:pt x="2119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860;p90">
              <a:extLst>
                <a:ext uri="{FF2B5EF4-FFF2-40B4-BE49-F238E27FC236}">
                  <a16:creationId xmlns:a16="http://schemas.microsoft.com/office/drawing/2014/main" id="{3F97FE72-90EB-4AD7-A74D-17AE95AE2643}"/>
                </a:ext>
              </a:extLst>
            </p:cNvPr>
            <p:cNvSpPr/>
            <p:nvPr/>
          </p:nvSpPr>
          <p:spPr>
            <a:xfrm>
              <a:off x="5172449" y="981123"/>
              <a:ext cx="31828" cy="31854"/>
            </a:xfrm>
            <a:custGeom>
              <a:avLst/>
              <a:gdLst/>
              <a:ahLst/>
              <a:cxnLst/>
              <a:rect l="l" t="t" r="r" b="b"/>
              <a:pathLst>
                <a:path w="1214" h="1215" extrusionOk="0">
                  <a:moveTo>
                    <a:pt x="536" y="1"/>
                  </a:moveTo>
                  <a:lnTo>
                    <a:pt x="0" y="537"/>
                  </a:lnTo>
                  <a:cubicBezTo>
                    <a:pt x="203" y="783"/>
                    <a:pt x="431" y="1011"/>
                    <a:pt x="681" y="1214"/>
                  </a:cubicBezTo>
                  <a:lnTo>
                    <a:pt x="1214" y="682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61;p90">
              <a:extLst>
                <a:ext uri="{FF2B5EF4-FFF2-40B4-BE49-F238E27FC236}">
                  <a16:creationId xmlns:a16="http://schemas.microsoft.com/office/drawing/2014/main" id="{BE53D374-073B-4438-B40B-C430453B3C0C}"/>
                </a:ext>
              </a:extLst>
            </p:cNvPr>
            <p:cNvSpPr/>
            <p:nvPr/>
          </p:nvSpPr>
          <p:spPr>
            <a:xfrm>
              <a:off x="5152414" y="869043"/>
              <a:ext cx="173978" cy="153976"/>
            </a:xfrm>
            <a:custGeom>
              <a:avLst/>
              <a:gdLst/>
              <a:ahLst/>
              <a:cxnLst/>
              <a:rect l="l" t="t" r="r" b="b"/>
              <a:pathLst>
                <a:path w="6636" h="5873" extrusionOk="0">
                  <a:moveTo>
                    <a:pt x="2783" y="799"/>
                  </a:moveTo>
                  <a:cubicBezTo>
                    <a:pt x="3401" y="799"/>
                    <a:pt x="4083" y="1084"/>
                    <a:pt x="4625" y="1629"/>
                  </a:cubicBezTo>
                  <a:cubicBezTo>
                    <a:pt x="5559" y="2559"/>
                    <a:pt x="5730" y="3903"/>
                    <a:pt x="5005" y="4624"/>
                  </a:cubicBezTo>
                  <a:cubicBezTo>
                    <a:pt x="4704" y="4926"/>
                    <a:pt x="4294" y="5073"/>
                    <a:pt x="3851" y="5073"/>
                  </a:cubicBezTo>
                  <a:cubicBezTo>
                    <a:pt x="3233" y="5073"/>
                    <a:pt x="2550" y="4789"/>
                    <a:pt x="2007" y="4247"/>
                  </a:cubicBezTo>
                  <a:cubicBezTo>
                    <a:pt x="1076" y="3313"/>
                    <a:pt x="906" y="1973"/>
                    <a:pt x="1630" y="1248"/>
                  </a:cubicBezTo>
                  <a:cubicBezTo>
                    <a:pt x="1931" y="946"/>
                    <a:pt x="2340" y="799"/>
                    <a:pt x="2783" y="799"/>
                  </a:cubicBezTo>
                  <a:close/>
                  <a:moveTo>
                    <a:pt x="2585" y="1"/>
                  </a:moveTo>
                  <a:cubicBezTo>
                    <a:pt x="1976" y="1"/>
                    <a:pt x="1412" y="202"/>
                    <a:pt x="996" y="618"/>
                  </a:cubicBezTo>
                  <a:cubicBezTo>
                    <a:pt x="0" y="1610"/>
                    <a:pt x="236" y="3454"/>
                    <a:pt x="1518" y="4736"/>
                  </a:cubicBezTo>
                  <a:cubicBezTo>
                    <a:pt x="2264" y="5482"/>
                    <a:pt x="3201" y="5873"/>
                    <a:pt x="4050" y="5873"/>
                  </a:cubicBezTo>
                  <a:cubicBezTo>
                    <a:pt x="4659" y="5873"/>
                    <a:pt x="5223" y="5672"/>
                    <a:pt x="5639" y="5257"/>
                  </a:cubicBezTo>
                  <a:cubicBezTo>
                    <a:pt x="6635" y="4265"/>
                    <a:pt x="6400" y="2418"/>
                    <a:pt x="5118" y="1136"/>
                  </a:cubicBezTo>
                  <a:cubicBezTo>
                    <a:pt x="4371" y="392"/>
                    <a:pt x="3434" y="1"/>
                    <a:pt x="2585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862;p90">
              <a:extLst>
                <a:ext uri="{FF2B5EF4-FFF2-40B4-BE49-F238E27FC236}">
                  <a16:creationId xmlns:a16="http://schemas.microsoft.com/office/drawing/2014/main" id="{4AC5EE0D-FD8A-484F-BDBB-38B84A9A5C28}"/>
                </a:ext>
              </a:extLst>
            </p:cNvPr>
            <p:cNvSpPr/>
            <p:nvPr/>
          </p:nvSpPr>
          <p:spPr>
            <a:xfrm>
              <a:off x="5140355" y="1040845"/>
              <a:ext cx="157356" cy="181295"/>
            </a:xfrm>
            <a:custGeom>
              <a:avLst/>
              <a:gdLst/>
              <a:ahLst/>
              <a:cxnLst/>
              <a:rect l="l" t="t" r="r" b="b"/>
              <a:pathLst>
                <a:path w="6002" h="6915" extrusionOk="0">
                  <a:moveTo>
                    <a:pt x="2358" y="0"/>
                  </a:moveTo>
                  <a:cubicBezTo>
                    <a:pt x="2278" y="0"/>
                    <a:pt x="2200" y="47"/>
                    <a:pt x="2170" y="131"/>
                  </a:cubicBezTo>
                  <a:lnTo>
                    <a:pt x="1655" y="1555"/>
                  </a:lnTo>
                  <a:cubicBezTo>
                    <a:pt x="536" y="2214"/>
                    <a:pt x="0" y="3539"/>
                    <a:pt x="341" y="4789"/>
                  </a:cubicBezTo>
                  <a:cubicBezTo>
                    <a:pt x="681" y="6042"/>
                    <a:pt x="1815" y="6911"/>
                    <a:pt x="3111" y="6915"/>
                  </a:cubicBezTo>
                  <a:cubicBezTo>
                    <a:pt x="4433" y="6915"/>
                    <a:pt x="5588" y="6017"/>
                    <a:pt x="5911" y="4731"/>
                  </a:cubicBezTo>
                  <a:cubicBezTo>
                    <a:pt x="5949" y="4579"/>
                    <a:pt x="5829" y="4482"/>
                    <a:pt x="5711" y="4482"/>
                  </a:cubicBezTo>
                  <a:cubicBezTo>
                    <a:pt x="5630" y="4482"/>
                    <a:pt x="5550" y="4528"/>
                    <a:pt x="5523" y="4633"/>
                  </a:cubicBezTo>
                  <a:cubicBezTo>
                    <a:pt x="5288" y="5564"/>
                    <a:pt x="4538" y="6277"/>
                    <a:pt x="3600" y="6466"/>
                  </a:cubicBezTo>
                  <a:cubicBezTo>
                    <a:pt x="3439" y="6497"/>
                    <a:pt x="3278" y="6513"/>
                    <a:pt x="3119" y="6513"/>
                  </a:cubicBezTo>
                  <a:cubicBezTo>
                    <a:pt x="2095" y="6513"/>
                    <a:pt x="1153" y="5878"/>
                    <a:pt x="790" y="4887"/>
                  </a:cubicBezTo>
                  <a:cubicBezTo>
                    <a:pt x="370" y="3739"/>
                    <a:pt x="848" y="2460"/>
                    <a:pt x="1912" y="1866"/>
                  </a:cubicBezTo>
                  <a:cubicBezTo>
                    <a:pt x="1956" y="1841"/>
                    <a:pt x="1988" y="1805"/>
                    <a:pt x="2003" y="1758"/>
                  </a:cubicBezTo>
                  <a:lnTo>
                    <a:pt x="2430" y="581"/>
                  </a:lnTo>
                  <a:lnTo>
                    <a:pt x="3278" y="1508"/>
                  </a:lnTo>
                  <a:cubicBezTo>
                    <a:pt x="3310" y="1544"/>
                    <a:pt x="3354" y="1566"/>
                    <a:pt x="3401" y="1573"/>
                  </a:cubicBezTo>
                  <a:cubicBezTo>
                    <a:pt x="4473" y="1692"/>
                    <a:pt x="5342" y="2493"/>
                    <a:pt x="5549" y="3554"/>
                  </a:cubicBezTo>
                  <a:cubicBezTo>
                    <a:pt x="5570" y="3670"/>
                    <a:pt x="5588" y="3786"/>
                    <a:pt x="5592" y="3905"/>
                  </a:cubicBezTo>
                  <a:cubicBezTo>
                    <a:pt x="5599" y="4034"/>
                    <a:pt x="5695" y="4096"/>
                    <a:pt x="5792" y="4096"/>
                  </a:cubicBezTo>
                  <a:cubicBezTo>
                    <a:pt x="5896" y="4096"/>
                    <a:pt x="6002" y="4023"/>
                    <a:pt x="5994" y="3884"/>
                  </a:cubicBezTo>
                  <a:cubicBezTo>
                    <a:pt x="5987" y="3746"/>
                    <a:pt x="5969" y="3608"/>
                    <a:pt x="5943" y="3474"/>
                  </a:cubicBezTo>
                  <a:cubicBezTo>
                    <a:pt x="5708" y="2272"/>
                    <a:pt x="4737" y="1352"/>
                    <a:pt x="3524" y="1182"/>
                  </a:cubicBezTo>
                  <a:lnTo>
                    <a:pt x="2506" y="66"/>
                  </a:lnTo>
                  <a:cubicBezTo>
                    <a:pt x="2466" y="21"/>
                    <a:pt x="2411" y="0"/>
                    <a:pt x="2358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0863;p90">
              <a:extLst>
                <a:ext uri="{FF2B5EF4-FFF2-40B4-BE49-F238E27FC236}">
                  <a16:creationId xmlns:a16="http://schemas.microsoft.com/office/drawing/2014/main" id="{8A26E20C-994D-4EB4-8DBA-C86B69D343B9}"/>
                </a:ext>
              </a:extLst>
            </p:cNvPr>
            <p:cNvSpPr/>
            <p:nvPr/>
          </p:nvSpPr>
          <p:spPr>
            <a:xfrm>
              <a:off x="5188568" y="1099835"/>
              <a:ext cx="66041" cy="78364"/>
            </a:xfrm>
            <a:custGeom>
              <a:avLst/>
              <a:gdLst/>
              <a:ahLst/>
              <a:cxnLst/>
              <a:rect l="l" t="t" r="r" b="b"/>
              <a:pathLst>
                <a:path w="2519" h="2989" extrusionOk="0">
                  <a:moveTo>
                    <a:pt x="2120" y="1467"/>
                  </a:moveTo>
                  <a:lnTo>
                    <a:pt x="2120" y="2586"/>
                  </a:lnTo>
                  <a:lnTo>
                    <a:pt x="403" y="2586"/>
                  </a:lnTo>
                  <a:lnTo>
                    <a:pt x="403" y="1467"/>
                  </a:lnTo>
                  <a:close/>
                  <a:moveTo>
                    <a:pt x="1261" y="0"/>
                  </a:moveTo>
                  <a:cubicBezTo>
                    <a:pt x="888" y="0"/>
                    <a:pt x="588" y="301"/>
                    <a:pt x="588" y="670"/>
                  </a:cubicBezTo>
                  <a:lnTo>
                    <a:pt x="588" y="1065"/>
                  </a:lnTo>
                  <a:lnTo>
                    <a:pt x="204" y="1065"/>
                  </a:lnTo>
                  <a:cubicBezTo>
                    <a:pt x="92" y="1065"/>
                    <a:pt x="1" y="1155"/>
                    <a:pt x="1" y="1264"/>
                  </a:cubicBezTo>
                  <a:lnTo>
                    <a:pt x="1" y="2789"/>
                  </a:lnTo>
                  <a:cubicBezTo>
                    <a:pt x="1" y="2898"/>
                    <a:pt x="92" y="2988"/>
                    <a:pt x="204" y="2988"/>
                  </a:cubicBezTo>
                  <a:lnTo>
                    <a:pt x="2319" y="2988"/>
                  </a:lnTo>
                  <a:cubicBezTo>
                    <a:pt x="2431" y="2988"/>
                    <a:pt x="2518" y="2898"/>
                    <a:pt x="2518" y="2789"/>
                  </a:cubicBezTo>
                  <a:lnTo>
                    <a:pt x="2518" y="1264"/>
                  </a:lnTo>
                  <a:cubicBezTo>
                    <a:pt x="2518" y="1155"/>
                    <a:pt x="2431" y="1065"/>
                    <a:pt x="2319" y="1065"/>
                  </a:cubicBezTo>
                  <a:lnTo>
                    <a:pt x="990" y="1065"/>
                  </a:lnTo>
                  <a:lnTo>
                    <a:pt x="990" y="670"/>
                  </a:lnTo>
                  <a:cubicBezTo>
                    <a:pt x="990" y="522"/>
                    <a:pt x="1109" y="399"/>
                    <a:pt x="1261" y="399"/>
                  </a:cubicBezTo>
                  <a:cubicBezTo>
                    <a:pt x="1410" y="399"/>
                    <a:pt x="1533" y="522"/>
                    <a:pt x="1533" y="670"/>
                  </a:cubicBezTo>
                  <a:cubicBezTo>
                    <a:pt x="1533" y="804"/>
                    <a:pt x="1633" y="871"/>
                    <a:pt x="1732" y="871"/>
                  </a:cubicBezTo>
                  <a:cubicBezTo>
                    <a:pt x="1832" y="871"/>
                    <a:pt x="1931" y="804"/>
                    <a:pt x="1931" y="670"/>
                  </a:cubicBezTo>
                  <a:cubicBezTo>
                    <a:pt x="1931" y="301"/>
                    <a:pt x="1631" y="0"/>
                    <a:pt x="126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0864;p90">
              <a:extLst>
                <a:ext uri="{FF2B5EF4-FFF2-40B4-BE49-F238E27FC236}">
                  <a16:creationId xmlns:a16="http://schemas.microsoft.com/office/drawing/2014/main" id="{09F8297D-FB02-498E-A62E-4F00C76037B0}"/>
                </a:ext>
              </a:extLst>
            </p:cNvPr>
            <p:cNvSpPr/>
            <p:nvPr/>
          </p:nvSpPr>
          <p:spPr>
            <a:xfrm>
              <a:off x="5005877" y="863797"/>
              <a:ext cx="317832" cy="345520"/>
            </a:xfrm>
            <a:custGeom>
              <a:avLst/>
              <a:gdLst/>
              <a:ahLst/>
              <a:cxnLst/>
              <a:rect l="l" t="t" r="r" b="b"/>
              <a:pathLst>
                <a:path w="12123" h="13179" extrusionOk="0">
                  <a:moveTo>
                    <a:pt x="3105" y="9898"/>
                  </a:moveTo>
                  <a:lnTo>
                    <a:pt x="3977" y="10771"/>
                  </a:lnTo>
                  <a:lnTo>
                    <a:pt x="3818" y="10930"/>
                  </a:lnTo>
                  <a:lnTo>
                    <a:pt x="3398" y="10510"/>
                  </a:lnTo>
                  <a:cubicBezTo>
                    <a:pt x="3358" y="10470"/>
                    <a:pt x="3307" y="10450"/>
                    <a:pt x="3255" y="10450"/>
                  </a:cubicBezTo>
                  <a:cubicBezTo>
                    <a:pt x="3204" y="10450"/>
                    <a:pt x="3154" y="10470"/>
                    <a:pt x="3115" y="10510"/>
                  </a:cubicBezTo>
                  <a:lnTo>
                    <a:pt x="2674" y="10952"/>
                  </a:lnTo>
                  <a:cubicBezTo>
                    <a:pt x="2594" y="11028"/>
                    <a:pt x="2594" y="11154"/>
                    <a:pt x="2674" y="11234"/>
                  </a:cubicBezTo>
                  <a:lnTo>
                    <a:pt x="3094" y="11654"/>
                  </a:lnTo>
                  <a:lnTo>
                    <a:pt x="2934" y="11810"/>
                  </a:lnTo>
                  <a:lnTo>
                    <a:pt x="2514" y="11390"/>
                  </a:lnTo>
                  <a:cubicBezTo>
                    <a:pt x="2474" y="11352"/>
                    <a:pt x="2423" y="11333"/>
                    <a:pt x="2372" y="11333"/>
                  </a:cubicBezTo>
                  <a:cubicBezTo>
                    <a:pt x="2321" y="11333"/>
                    <a:pt x="2270" y="11352"/>
                    <a:pt x="2232" y="11390"/>
                  </a:cubicBezTo>
                  <a:lnTo>
                    <a:pt x="1790" y="11832"/>
                  </a:lnTo>
                  <a:cubicBezTo>
                    <a:pt x="1710" y="11908"/>
                    <a:pt x="1710" y="12035"/>
                    <a:pt x="1790" y="12114"/>
                  </a:cubicBezTo>
                  <a:lnTo>
                    <a:pt x="2210" y="12534"/>
                  </a:lnTo>
                  <a:lnTo>
                    <a:pt x="2054" y="12694"/>
                  </a:lnTo>
                  <a:lnTo>
                    <a:pt x="1181" y="11821"/>
                  </a:lnTo>
                  <a:lnTo>
                    <a:pt x="3105" y="9898"/>
                  </a:lnTo>
                  <a:close/>
                  <a:moveTo>
                    <a:pt x="8173" y="0"/>
                  </a:moveTo>
                  <a:cubicBezTo>
                    <a:pt x="7491" y="0"/>
                    <a:pt x="6886" y="234"/>
                    <a:pt x="6444" y="677"/>
                  </a:cubicBezTo>
                  <a:cubicBezTo>
                    <a:pt x="5919" y="1198"/>
                    <a:pt x="5691" y="1952"/>
                    <a:pt x="5796" y="2792"/>
                  </a:cubicBezTo>
                  <a:cubicBezTo>
                    <a:pt x="5886" y="3433"/>
                    <a:pt x="6136" y="4041"/>
                    <a:pt x="6524" y="4559"/>
                  </a:cubicBezTo>
                  <a:lnTo>
                    <a:pt x="4423" y="6660"/>
                  </a:lnTo>
                  <a:cubicBezTo>
                    <a:pt x="4281" y="6805"/>
                    <a:pt x="4413" y="7002"/>
                    <a:pt x="4568" y="7002"/>
                  </a:cubicBezTo>
                  <a:cubicBezTo>
                    <a:pt x="4614" y="7002"/>
                    <a:pt x="4662" y="6984"/>
                    <a:pt x="4705" y="6942"/>
                  </a:cubicBezTo>
                  <a:lnTo>
                    <a:pt x="6773" y="4874"/>
                  </a:lnTo>
                  <a:cubicBezTo>
                    <a:pt x="6835" y="4943"/>
                    <a:pt x="6900" y="5008"/>
                    <a:pt x="6965" y="5077"/>
                  </a:cubicBezTo>
                  <a:cubicBezTo>
                    <a:pt x="7034" y="5142"/>
                    <a:pt x="7099" y="5204"/>
                    <a:pt x="7168" y="5266"/>
                  </a:cubicBezTo>
                  <a:lnTo>
                    <a:pt x="2963" y="9474"/>
                  </a:lnTo>
                  <a:lnTo>
                    <a:pt x="899" y="11538"/>
                  </a:lnTo>
                  <a:lnTo>
                    <a:pt x="504" y="11144"/>
                  </a:lnTo>
                  <a:lnTo>
                    <a:pt x="4148" y="7500"/>
                  </a:lnTo>
                  <a:cubicBezTo>
                    <a:pt x="4297" y="7356"/>
                    <a:pt x="4163" y="7153"/>
                    <a:pt x="4007" y="7153"/>
                  </a:cubicBezTo>
                  <a:cubicBezTo>
                    <a:pt x="3959" y="7153"/>
                    <a:pt x="3909" y="7172"/>
                    <a:pt x="3865" y="7218"/>
                  </a:cubicBezTo>
                  <a:lnTo>
                    <a:pt x="80" y="11006"/>
                  </a:lnTo>
                  <a:cubicBezTo>
                    <a:pt x="1" y="11082"/>
                    <a:pt x="1" y="11209"/>
                    <a:pt x="80" y="11288"/>
                  </a:cubicBezTo>
                  <a:lnTo>
                    <a:pt x="758" y="11966"/>
                  </a:lnTo>
                  <a:lnTo>
                    <a:pt x="765" y="11973"/>
                  </a:lnTo>
                  <a:lnTo>
                    <a:pt x="1913" y="13121"/>
                  </a:lnTo>
                  <a:cubicBezTo>
                    <a:pt x="1953" y="13159"/>
                    <a:pt x="2005" y="13178"/>
                    <a:pt x="2056" y="13178"/>
                  </a:cubicBezTo>
                  <a:cubicBezTo>
                    <a:pt x="2108" y="13178"/>
                    <a:pt x="2159" y="13159"/>
                    <a:pt x="2199" y="13121"/>
                  </a:cubicBezTo>
                  <a:lnTo>
                    <a:pt x="2637" y="12679"/>
                  </a:lnTo>
                  <a:cubicBezTo>
                    <a:pt x="2717" y="12603"/>
                    <a:pt x="2717" y="12476"/>
                    <a:pt x="2637" y="12397"/>
                  </a:cubicBezTo>
                  <a:lnTo>
                    <a:pt x="2217" y="11977"/>
                  </a:lnTo>
                  <a:lnTo>
                    <a:pt x="2377" y="11817"/>
                  </a:lnTo>
                  <a:lnTo>
                    <a:pt x="2797" y="12241"/>
                  </a:lnTo>
                  <a:cubicBezTo>
                    <a:pt x="2835" y="12279"/>
                    <a:pt x="2885" y="12298"/>
                    <a:pt x="2937" y="12298"/>
                  </a:cubicBezTo>
                  <a:cubicBezTo>
                    <a:pt x="2988" y="12298"/>
                    <a:pt x="3039" y="12279"/>
                    <a:pt x="3079" y="12241"/>
                  </a:cubicBezTo>
                  <a:lnTo>
                    <a:pt x="3521" y="11799"/>
                  </a:lnTo>
                  <a:cubicBezTo>
                    <a:pt x="3597" y="11719"/>
                    <a:pt x="3597" y="11593"/>
                    <a:pt x="3521" y="11517"/>
                  </a:cubicBezTo>
                  <a:lnTo>
                    <a:pt x="3101" y="11096"/>
                  </a:lnTo>
                  <a:lnTo>
                    <a:pt x="3257" y="10937"/>
                  </a:lnTo>
                  <a:lnTo>
                    <a:pt x="3677" y="11357"/>
                  </a:lnTo>
                  <a:cubicBezTo>
                    <a:pt x="3717" y="11397"/>
                    <a:pt x="3768" y="11417"/>
                    <a:pt x="3819" y="11417"/>
                  </a:cubicBezTo>
                  <a:cubicBezTo>
                    <a:pt x="3871" y="11417"/>
                    <a:pt x="3921" y="11397"/>
                    <a:pt x="3959" y="11357"/>
                  </a:cubicBezTo>
                  <a:lnTo>
                    <a:pt x="4401" y="10915"/>
                  </a:lnTo>
                  <a:cubicBezTo>
                    <a:pt x="4481" y="10839"/>
                    <a:pt x="4481" y="10713"/>
                    <a:pt x="4401" y="10633"/>
                  </a:cubicBezTo>
                  <a:lnTo>
                    <a:pt x="3387" y="9619"/>
                  </a:lnTo>
                  <a:lnTo>
                    <a:pt x="7483" y="5523"/>
                  </a:lnTo>
                  <a:cubicBezTo>
                    <a:pt x="8153" y="6012"/>
                    <a:pt x="8921" y="6276"/>
                    <a:pt x="9642" y="6276"/>
                  </a:cubicBezTo>
                  <a:cubicBezTo>
                    <a:pt x="9651" y="6276"/>
                    <a:pt x="9661" y="6276"/>
                    <a:pt x="9671" y="6276"/>
                  </a:cubicBezTo>
                  <a:cubicBezTo>
                    <a:pt x="9987" y="6276"/>
                    <a:pt x="10299" y="6218"/>
                    <a:pt x="10594" y="6106"/>
                  </a:cubicBezTo>
                  <a:cubicBezTo>
                    <a:pt x="10812" y="6019"/>
                    <a:pt x="10727" y="5717"/>
                    <a:pt x="10530" y="5717"/>
                  </a:cubicBezTo>
                  <a:cubicBezTo>
                    <a:pt x="10505" y="5717"/>
                    <a:pt x="10478" y="5722"/>
                    <a:pt x="10449" y="5733"/>
                  </a:cubicBezTo>
                  <a:cubicBezTo>
                    <a:pt x="10196" y="5830"/>
                    <a:pt x="9923" y="5877"/>
                    <a:pt x="9641" y="5877"/>
                  </a:cubicBezTo>
                  <a:cubicBezTo>
                    <a:pt x="8831" y="5877"/>
                    <a:pt x="7947" y="5491"/>
                    <a:pt x="7251" y="4798"/>
                  </a:cubicBezTo>
                  <a:cubicBezTo>
                    <a:pt x="6049" y="3596"/>
                    <a:pt x="5817" y="1876"/>
                    <a:pt x="6730" y="959"/>
                  </a:cubicBezTo>
                  <a:cubicBezTo>
                    <a:pt x="7107" y="584"/>
                    <a:pt x="7619" y="403"/>
                    <a:pt x="8175" y="403"/>
                  </a:cubicBezTo>
                  <a:cubicBezTo>
                    <a:pt x="8972" y="403"/>
                    <a:pt x="9859" y="775"/>
                    <a:pt x="10565" y="1481"/>
                  </a:cubicBezTo>
                  <a:cubicBezTo>
                    <a:pt x="11768" y="2683"/>
                    <a:pt x="12003" y="4404"/>
                    <a:pt x="11087" y="5320"/>
                  </a:cubicBezTo>
                  <a:lnTo>
                    <a:pt x="11072" y="5334"/>
                  </a:lnTo>
                  <a:lnTo>
                    <a:pt x="11065" y="5342"/>
                  </a:lnTo>
                  <a:cubicBezTo>
                    <a:pt x="10917" y="5485"/>
                    <a:pt x="11050" y="5691"/>
                    <a:pt x="11207" y="5691"/>
                  </a:cubicBezTo>
                  <a:cubicBezTo>
                    <a:pt x="11253" y="5691"/>
                    <a:pt x="11301" y="5673"/>
                    <a:pt x="11344" y="5631"/>
                  </a:cubicBezTo>
                  <a:lnTo>
                    <a:pt x="11351" y="5624"/>
                  </a:lnTo>
                  <a:lnTo>
                    <a:pt x="11373" y="5602"/>
                  </a:lnTo>
                  <a:cubicBezTo>
                    <a:pt x="11895" y="5074"/>
                    <a:pt x="12123" y="4320"/>
                    <a:pt x="12018" y="3480"/>
                  </a:cubicBezTo>
                  <a:cubicBezTo>
                    <a:pt x="11913" y="2658"/>
                    <a:pt x="11500" y="1847"/>
                    <a:pt x="10848" y="1195"/>
                  </a:cubicBezTo>
                  <a:cubicBezTo>
                    <a:pt x="10196" y="546"/>
                    <a:pt x="9385" y="130"/>
                    <a:pt x="8563" y="25"/>
                  </a:cubicBezTo>
                  <a:cubicBezTo>
                    <a:pt x="8430" y="8"/>
                    <a:pt x="8300" y="0"/>
                    <a:pt x="817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" name="Google Shape;10865;p90">
              <a:extLst>
                <a:ext uri="{FF2B5EF4-FFF2-40B4-BE49-F238E27FC236}">
                  <a16:creationId xmlns:a16="http://schemas.microsoft.com/office/drawing/2014/main" id="{A428DD4E-49A4-47BF-9D7C-B7CB11E1FE05}"/>
                </a:ext>
              </a:extLst>
            </p:cNvPr>
            <p:cNvSpPr/>
            <p:nvPr/>
          </p:nvSpPr>
          <p:spPr>
            <a:xfrm>
              <a:off x="5176549" y="884747"/>
              <a:ext cx="125738" cy="122514"/>
            </a:xfrm>
            <a:custGeom>
              <a:avLst/>
              <a:gdLst/>
              <a:ahLst/>
              <a:cxnLst/>
              <a:rect l="l" t="t" r="r" b="b"/>
              <a:pathLst>
                <a:path w="4796" h="4673" extrusionOk="0">
                  <a:moveTo>
                    <a:pt x="1865" y="399"/>
                  </a:moveTo>
                  <a:cubicBezTo>
                    <a:pt x="2430" y="399"/>
                    <a:pt x="3064" y="664"/>
                    <a:pt x="3567" y="1171"/>
                  </a:cubicBezTo>
                  <a:cubicBezTo>
                    <a:pt x="4419" y="2022"/>
                    <a:pt x="4589" y="3242"/>
                    <a:pt x="3944" y="3883"/>
                  </a:cubicBezTo>
                  <a:cubicBezTo>
                    <a:pt x="3683" y="4148"/>
                    <a:pt x="3325" y="4275"/>
                    <a:pt x="2934" y="4275"/>
                  </a:cubicBezTo>
                  <a:cubicBezTo>
                    <a:pt x="2369" y="4275"/>
                    <a:pt x="1735" y="4010"/>
                    <a:pt x="1231" y="3507"/>
                  </a:cubicBezTo>
                  <a:cubicBezTo>
                    <a:pt x="811" y="3087"/>
                    <a:pt x="543" y="2565"/>
                    <a:pt x="478" y="2044"/>
                  </a:cubicBezTo>
                  <a:cubicBezTo>
                    <a:pt x="413" y="1540"/>
                    <a:pt x="547" y="1095"/>
                    <a:pt x="851" y="790"/>
                  </a:cubicBezTo>
                  <a:cubicBezTo>
                    <a:pt x="1116" y="526"/>
                    <a:pt x="1474" y="399"/>
                    <a:pt x="1865" y="399"/>
                  </a:cubicBezTo>
                  <a:close/>
                  <a:moveTo>
                    <a:pt x="1860" y="0"/>
                  </a:moveTo>
                  <a:cubicBezTo>
                    <a:pt x="1350" y="0"/>
                    <a:pt x="897" y="176"/>
                    <a:pt x="565" y="508"/>
                  </a:cubicBezTo>
                  <a:cubicBezTo>
                    <a:pt x="170" y="903"/>
                    <a:pt x="0" y="1464"/>
                    <a:pt x="80" y="2094"/>
                  </a:cubicBezTo>
                  <a:cubicBezTo>
                    <a:pt x="156" y="2703"/>
                    <a:pt x="464" y="3308"/>
                    <a:pt x="945" y="3789"/>
                  </a:cubicBezTo>
                  <a:cubicBezTo>
                    <a:pt x="1528" y="4369"/>
                    <a:pt x="2260" y="4673"/>
                    <a:pt x="2934" y="4673"/>
                  </a:cubicBezTo>
                  <a:cubicBezTo>
                    <a:pt x="3426" y="4673"/>
                    <a:pt x="3886" y="4506"/>
                    <a:pt x="4227" y="4166"/>
                  </a:cubicBezTo>
                  <a:cubicBezTo>
                    <a:pt x="4621" y="3775"/>
                    <a:pt x="4795" y="3210"/>
                    <a:pt x="4716" y="2580"/>
                  </a:cubicBezTo>
                  <a:cubicBezTo>
                    <a:pt x="4639" y="1971"/>
                    <a:pt x="4332" y="1370"/>
                    <a:pt x="3846" y="888"/>
                  </a:cubicBezTo>
                  <a:cubicBezTo>
                    <a:pt x="3365" y="403"/>
                    <a:pt x="2763" y="95"/>
                    <a:pt x="2155" y="19"/>
                  </a:cubicBezTo>
                  <a:cubicBezTo>
                    <a:pt x="2055" y="6"/>
                    <a:pt x="1956" y="0"/>
                    <a:pt x="186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0866;p90">
              <a:extLst>
                <a:ext uri="{FF2B5EF4-FFF2-40B4-BE49-F238E27FC236}">
                  <a16:creationId xmlns:a16="http://schemas.microsoft.com/office/drawing/2014/main" id="{1CA7578A-BC23-481E-8288-C7F27BB8BE2F}"/>
                </a:ext>
              </a:extLst>
            </p:cNvPr>
            <p:cNvSpPr/>
            <p:nvPr/>
          </p:nvSpPr>
          <p:spPr>
            <a:xfrm>
              <a:off x="5211779" y="1144535"/>
              <a:ext cx="19768" cy="18614"/>
            </a:xfrm>
            <a:custGeom>
              <a:avLst/>
              <a:gdLst/>
              <a:ahLst/>
              <a:cxnLst/>
              <a:rect l="l" t="t" r="r" b="b"/>
              <a:pathLst>
                <a:path w="754" h="710" extrusionOk="0">
                  <a:moveTo>
                    <a:pt x="276" y="1"/>
                  </a:moveTo>
                  <a:cubicBezTo>
                    <a:pt x="73" y="1"/>
                    <a:pt x="1" y="273"/>
                    <a:pt x="175" y="374"/>
                  </a:cubicBezTo>
                  <a:lnTo>
                    <a:pt x="178" y="374"/>
                  </a:lnTo>
                  <a:lnTo>
                    <a:pt x="178" y="512"/>
                  </a:lnTo>
                  <a:cubicBezTo>
                    <a:pt x="176" y="644"/>
                    <a:pt x="276" y="710"/>
                    <a:pt x="376" y="710"/>
                  </a:cubicBezTo>
                  <a:cubicBezTo>
                    <a:pt x="476" y="710"/>
                    <a:pt x="577" y="644"/>
                    <a:pt x="577" y="512"/>
                  </a:cubicBezTo>
                  <a:lnTo>
                    <a:pt x="577" y="374"/>
                  </a:lnTo>
                  <a:cubicBezTo>
                    <a:pt x="754" y="273"/>
                    <a:pt x="678" y="1"/>
                    <a:pt x="475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" name="Google Shape;1141;p74">
            <a:extLst>
              <a:ext uri="{FF2B5EF4-FFF2-40B4-BE49-F238E27FC236}">
                <a16:creationId xmlns:a16="http://schemas.microsoft.com/office/drawing/2014/main" id="{DB8A0EED-F88B-442F-B5BE-7D2BCDC98A93}"/>
              </a:ext>
            </a:extLst>
          </p:cNvPr>
          <p:cNvGrpSpPr/>
          <p:nvPr/>
        </p:nvGrpSpPr>
        <p:grpSpPr>
          <a:xfrm>
            <a:off x="1028586" y="1441629"/>
            <a:ext cx="683255" cy="709980"/>
            <a:chOff x="5635871" y="2303695"/>
            <a:chExt cx="401762" cy="457480"/>
          </a:xfrm>
        </p:grpSpPr>
        <p:sp>
          <p:nvSpPr>
            <p:cNvPr id="117" name="Google Shape;1142;p74">
              <a:extLst>
                <a:ext uri="{FF2B5EF4-FFF2-40B4-BE49-F238E27FC236}">
                  <a16:creationId xmlns:a16="http://schemas.microsoft.com/office/drawing/2014/main" id="{7E64A222-32F6-4818-8821-869C0A3F10F4}"/>
                </a:ext>
              </a:extLst>
            </p:cNvPr>
            <p:cNvSpPr/>
            <p:nvPr/>
          </p:nvSpPr>
          <p:spPr>
            <a:xfrm>
              <a:off x="5670803" y="2492332"/>
              <a:ext cx="329755" cy="112514"/>
            </a:xfrm>
            <a:custGeom>
              <a:avLst/>
              <a:gdLst/>
              <a:ahLst/>
              <a:cxnLst/>
              <a:rect l="l" t="t" r="r" b="b"/>
              <a:pathLst>
                <a:path w="10574" h="3608" extrusionOk="0">
                  <a:moveTo>
                    <a:pt x="5822" y="0"/>
                  </a:moveTo>
                  <a:lnTo>
                    <a:pt x="441" y="286"/>
                  </a:lnTo>
                  <a:cubicBezTo>
                    <a:pt x="203" y="286"/>
                    <a:pt x="0" y="476"/>
                    <a:pt x="0" y="714"/>
                  </a:cubicBezTo>
                  <a:lnTo>
                    <a:pt x="0" y="2893"/>
                  </a:lnTo>
                  <a:cubicBezTo>
                    <a:pt x="0" y="3131"/>
                    <a:pt x="203" y="3322"/>
                    <a:pt x="441" y="3322"/>
                  </a:cubicBezTo>
                  <a:lnTo>
                    <a:pt x="5930" y="3608"/>
                  </a:lnTo>
                  <a:lnTo>
                    <a:pt x="10144" y="3322"/>
                  </a:lnTo>
                  <a:cubicBezTo>
                    <a:pt x="10383" y="3322"/>
                    <a:pt x="10573" y="3131"/>
                    <a:pt x="10573" y="2893"/>
                  </a:cubicBezTo>
                  <a:lnTo>
                    <a:pt x="10573" y="714"/>
                  </a:lnTo>
                  <a:cubicBezTo>
                    <a:pt x="10573" y="476"/>
                    <a:pt x="10383" y="286"/>
                    <a:pt x="10144" y="286"/>
                  </a:cubicBezTo>
                  <a:lnTo>
                    <a:pt x="58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43;p74">
              <a:extLst>
                <a:ext uri="{FF2B5EF4-FFF2-40B4-BE49-F238E27FC236}">
                  <a16:creationId xmlns:a16="http://schemas.microsoft.com/office/drawing/2014/main" id="{93BCD6A2-AEFB-43D8-A2E0-C0BBE69D720C}"/>
                </a:ext>
              </a:extLst>
            </p:cNvPr>
            <p:cNvSpPr/>
            <p:nvPr/>
          </p:nvSpPr>
          <p:spPr>
            <a:xfrm>
              <a:off x="5970059" y="2492332"/>
              <a:ext cx="40135" cy="112514"/>
            </a:xfrm>
            <a:custGeom>
              <a:avLst/>
              <a:gdLst/>
              <a:ahLst/>
              <a:cxnLst/>
              <a:rect l="l" t="t" r="r" b="b"/>
              <a:pathLst>
                <a:path w="1287" h="3608" extrusionOk="0">
                  <a:moveTo>
                    <a:pt x="548" y="0"/>
                  </a:moveTo>
                  <a:lnTo>
                    <a:pt x="1" y="286"/>
                  </a:lnTo>
                  <a:cubicBezTo>
                    <a:pt x="227" y="286"/>
                    <a:pt x="429" y="476"/>
                    <a:pt x="429" y="714"/>
                  </a:cubicBezTo>
                  <a:lnTo>
                    <a:pt x="429" y="2893"/>
                  </a:lnTo>
                  <a:cubicBezTo>
                    <a:pt x="429" y="3131"/>
                    <a:pt x="239" y="3322"/>
                    <a:pt x="1" y="3322"/>
                  </a:cubicBezTo>
                  <a:lnTo>
                    <a:pt x="548" y="3608"/>
                  </a:lnTo>
                  <a:lnTo>
                    <a:pt x="858" y="3322"/>
                  </a:lnTo>
                  <a:cubicBezTo>
                    <a:pt x="1096" y="3322"/>
                    <a:pt x="1287" y="3131"/>
                    <a:pt x="1287" y="2893"/>
                  </a:cubicBezTo>
                  <a:lnTo>
                    <a:pt x="1287" y="714"/>
                  </a:lnTo>
                  <a:cubicBezTo>
                    <a:pt x="1287" y="476"/>
                    <a:pt x="1096" y="286"/>
                    <a:pt x="858" y="286"/>
                  </a:cubicBezTo>
                  <a:lnTo>
                    <a:pt x="548" y="0"/>
                  </a:lnTo>
                  <a:close/>
                </a:path>
              </a:pathLst>
            </a:custGeom>
            <a:solidFill>
              <a:srgbClr val="3A3E5F">
                <a:alpha val="1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44;p74">
              <a:extLst>
                <a:ext uri="{FF2B5EF4-FFF2-40B4-BE49-F238E27FC236}">
                  <a16:creationId xmlns:a16="http://schemas.microsoft.com/office/drawing/2014/main" id="{E6A179B6-94D7-40E3-A96B-CEFEB51D2D83}"/>
                </a:ext>
              </a:extLst>
            </p:cNvPr>
            <p:cNvSpPr/>
            <p:nvPr/>
          </p:nvSpPr>
          <p:spPr>
            <a:xfrm>
              <a:off x="5819865" y="2629912"/>
              <a:ext cx="29003" cy="119219"/>
            </a:xfrm>
            <a:custGeom>
              <a:avLst/>
              <a:gdLst/>
              <a:ahLst/>
              <a:cxnLst/>
              <a:rect l="l" t="t" r="r" b="b"/>
              <a:pathLst>
                <a:path w="930" h="3823" extrusionOk="0">
                  <a:moveTo>
                    <a:pt x="512" y="0"/>
                  </a:moveTo>
                  <a:cubicBezTo>
                    <a:pt x="227" y="0"/>
                    <a:pt x="0" y="227"/>
                    <a:pt x="0" y="512"/>
                  </a:cubicBezTo>
                  <a:lnTo>
                    <a:pt x="0" y="3322"/>
                  </a:lnTo>
                  <a:cubicBezTo>
                    <a:pt x="0" y="3608"/>
                    <a:pt x="227" y="3822"/>
                    <a:pt x="512" y="3822"/>
                  </a:cubicBezTo>
                  <a:cubicBezTo>
                    <a:pt x="798" y="3822"/>
                    <a:pt x="929" y="3608"/>
                    <a:pt x="929" y="3334"/>
                  </a:cubicBezTo>
                  <a:lnTo>
                    <a:pt x="929" y="512"/>
                  </a:lnTo>
                  <a:cubicBezTo>
                    <a:pt x="929" y="227"/>
                    <a:pt x="798" y="0"/>
                    <a:pt x="5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145;p74">
              <a:extLst>
                <a:ext uri="{FF2B5EF4-FFF2-40B4-BE49-F238E27FC236}">
                  <a16:creationId xmlns:a16="http://schemas.microsoft.com/office/drawing/2014/main" id="{D88FBE29-3F41-4888-85BA-97B6AF894FC3}"/>
                </a:ext>
              </a:extLst>
            </p:cNvPr>
            <p:cNvSpPr/>
            <p:nvPr/>
          </p:nvSpPr>
          <p:spPr>
            <a:xfrm>
              <a:off x="5834901" y="2633787"/>
              <a:ext cx="21206" cy="119593"/>
            </a:xfrm>
            <a:custGeom>
              <a:avLst/>
              <a:gdLst/>
              <a:ahLst/>
              <a:cxnLst/>
              <a:rect l="l" t="t" r="r" b="b"/>
              <a:pathLst>
                <a:path w="680" h="3835" extrusionOk="0">
                  <a:moveTo>
                    <a:pt x="179" y="0"/>
                  </a:moveTo>
                  <a:cubicBezTo>
                    <a:pt x="120" y="0"/>
                    <a:pt x="60" y="24"/>
                    <a:pt x="1" y="36"/>
                  </a:cubicBezTo>
                  <a:cubicBezTo>
                    <a:pt x="191" y="107"/>
                    <a:pt x="322" y="286"/>
                    <a:pt x="322" y="512"/>
                  </a:cubicBezTo>
                  <a:lnTo>
                    <a:pt x="322" y="3322"/>
                  </a:lnTo>
                  <a:cubicBezTo>
                    <a:pt x="322" y="3548"/>
                    <a:pt x="191" y="3727"/>
                    <a:pt x="1" y="3798"/>
                  </a:cubicBezTo>
                  <a:cubicBezTo>
                    <a:pt x="60" y="3810"/>
                    <a:pt x="108" y="3834"/>
                    <a:pt x="179" y="3834"/>
                  </a:cubicBezTo>
                  <a:cubicBezTo>
                    <a:pt x="465" y="3834"/>
                    <a:pt x="680" y="3608"/>
                    <a:pt x="680" y="3322"/>
                  </a:cubicBezTo>
                  <a:lnTo>
                    <a:pt x="680" y="500"/>
                  </a:lnTo>
                  <a:cubicBezTo>
                    <a:pt x="680" y="227"/>
                    <a:pt x="465" y="0"/>
                    <a:pt x="179" y="0"/>
                  </a:cubicBezTo>
                  <a:close/>
                </a:path>
              </a:pathLst>
            </a:custGeom>
            <a:solidFill>
              <a:srgbClr val="FFD3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146;p74">
              <a:extLst>
                <a:ext uri="{FF2B5EF4-FFF2-40B4-BE49-F238E27FC236}">
                  <a16:creationId xmlns:a16="http://schemas.microsoft.com/office/drawing/2014/main" id="{F24BC8AA-9DEE-4655-A861-38380BDBF0FC}"/>
                </a:ext>
              </a:extLst>
            </p:cNvPr>
            <p:cNvSpPr/>
            <p:nvPr/>
          </p:nvSpPr>
          <p:spPr>
            <a:xfrm>
              <a:off x="5670803" y="2595897"/>
              <a:ext cx="329755" cy="94708"/>
            </a:xfrm>
            <a:custGeom>
              <a:avLst/>
              <a:gdLst/>
              <a:ahLst/>
              <a:cxnLst/>
              <a:rect l="l" t="t" r="r" b="b"/>
              <a:pathLst>
                <a:path w="10574" h="3037" extrusionOk="0">
                  <a:moveTo>
                    <a:pt x="441" y="1"/>
                  </a:moveTo>
                  <a:cubicBezTo>
                    <a:pt x="203" y="1"/>
                    <a:pt x="0" y="191"/>
                    <a:pt x="0" y="430"/>
                  </a:cubicBezTo>
                  <a:lnTo>
                    <a:pt x="0" y="2608"/>
                  </a:lnTo>
                  <a:cubicBezTo>
                    <a:pt x="0" y="2846"/>
                    <a:pt x="203" y="3037"/>
                    <a:pt x="441" y="3037"/>
                  </a:cubicBezTo>
                  <a:lnTo>
                    <a:pt x="10144" y="3037"/>
                  </a:lnTo>
                  <a:cubicBezTo>
                    <a:pt x="10383" y="3037"/>
                    <a:pt x="10573" y="2846"/>
                    <a:pt x="10573" y="2608"/>
                  </a:cubicBezTo>
                  <a:lnTo>
                    <a:pt x="10573" y="430"/>
                  </a:lnTo>
                  <a:cubicBezTo>
                    <a:pt x="10573" y="191"/>
                    <a:pt x="10383" y="1"/>
                    <a:pt x="10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147;p74">
              <a:extLst>
                <a:ext uri="{FF2B5EF4-FFF2-40B4-BE49-F238E27FC236}">
                  <a16:creationId xmlns:a16="http://schemas.microsoft.com/office/drawing/2014/main" id="{BE65DFBC-1170-4597-A5B4-9B2EABBE952F}"/>
                </a:ext>
              </a:extLst>
            </p:cNvPr>
            <p:cNvSpPr/>
            <p:nvPr/>
          </p:nvSpPr>
          <p:spPr>
            <a:xfrm>
              <a:off x="5670803" y="2406543"/>
              <a:ext cx="329755" cy="94708"/>
            </a:xfrm>
            <a:custGeom>
              <a:avLst/>
              <a:gdLst/>
              <a:ahLst/>
              <a:cxnLst/>
              <a:rect l="l" t="t" r="r" b="b"/>
              <a:pathLst>
                <a:path w="10574" h="3037" extrusionOk="0">
                  <a:moveTo>
                    <a:pt x="441" y="1"/>
                  </a:moveTo>
                  <a:cubicBezTo>
                    <a:pt x="203" y="1"/>
                    <a:pt x="0" y="191"/>
                    <a:pt x="0" y="429"/>
                  </a:cubicBezTo>
                  <a:lnTo>
                    <a:pt x="0" y="2608"/>
                  </a:lnTo>
                  <a:cubicBezTo>
                    <a:pt x="0" y="2846"/>
                    <a:pt x="203" y="3037"/>
                    <a:pt x="441" y="3037"/>
                  </a:cubicBezTo>
                  <a:lnTo>
                    <a:pt x="10144" y="3037"/>
                  </a:lnTo>
                  <a:cubicBezTo>
                    <a:pt x="10383" y="3037"/>
                    <a:pt x="10573" y="2846"/>
                    <a:pt x="10573" y="2608"/>
                  </a:cubicBezTo>
                  <a:lnTo>
                    <a:pt x="10573" y="429"/>
                  </a:lnTo>
                  <a:cubicBezTo>
                    <a:pt x="10573" y="191"/>
                    <a:pt x="10383" y="1"/>
                    <a:pt x="10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148;p74">
              <a:extLst>
                <a:ext uri="{FF2B5EF4-FFF2-40B4-BE49-F238E27FC236}">
                  <a16:creationId xmlns:a16="http://schemas.microsoft.com/office/drawing/2014/main" id="{4E08042D-BE8C-4AF1-B210-3C7EF37DD115}"/>
                </a:ext>
              </a:extLst>
            </p:cNvPr>
            <p:cNvSpPr/>
            <p:nvPr/>
          </p:nvSpPr>
          <p:spPr>
            <a:xfrm>
              <a:off x="5646291" y="2722881"/>
              <a:ext cx="379870" cy="31590"/>
            </a:xfrm>
            <a:custGeom>
              <a:avLst/>
              <a:gdLst/>
              <a:ahLst/>
              <a:cxnLst/>
              <a:rect l="l" t="t" r="r" b="b"/>
              <a:pathLst>
                <a:path w="12181" h="1013" extrusionOk="0">
                  <a:moveTo>
                    <a:pt x="512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99"/>
                    <a:pt x="227" y="1013"/>
                    <a:pt x="512" y="1013"/>
                  </a:cubicBezTo>
                  <a:lnTo>
                    <a:pt x="11669" y="1013"/>
                  </a:lnTo>
                  <a:cubicBezTo>
                    <a:pt x="11954" y="1013"/>
                    <a:pt x="12181" y="799"/>
                    <a:pt x="12181" y="513"/>
                  </a:cubicBezTo>
                  <a:cubicBezTo>
                    <a:pt x="12181" y="227"/>
                    <a:pt x="11954" y="1"/>
                    <a:pt x="116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149;p74">
              <a:extLst>
                <a:ext uri="{FF2B5EF4-FFF2-40B4-BE49-F238E27FC236}">
                  <a16:creationId xmlns:a16="http://schemas.microsoft.com/office/drawing/2014/main" id="{C57BEDFD-3903-4DB4-87ED-61727AAD6D64}"/>
                </a:ext>
              </a:extLst>
            </p:cNvPr>
            <p:cNvSpPr/>
            <p:nvPr/>
          </p:nvSpPr>
          <p:spPr>
            <a:xfrm>
              <a:off x="5992356" y="2723630"/>
              <a:ext cx="42724" cy="31216"/>
            </a:xfrm>
            <a:custGeom>
              <a:avLst/>
              <a:gdLst/>
              <a:ahLst/>
              <a:cxnLst/>
              <a:rect l="l" t="t" r="r" b="b"/>
              <a:pathLst>
                <a:path w="1370" h="1001" extrusionOk="0">
                  <a:moveTo>
                    <a:pt x="0" y="1"/>
                  </a:moveTo>
                  <a:cubicBezTo>
                    <a:pt x="274" y="1"/>
                    <a:pt x="500" y="215"/>
                    <a:pt x="500" y="501"/>
                  </a:cubicBezTo>
                  <a:cubicBezTo>
                    <a:pt x="500" y="786"/>
                    <a:pt x="274" y="1001"/>
                    <a:pt x="0" y="1001"/>
                  </a:cubicBezTo>
                  <a:lnTo>
                    <a:pt x="857" y="1001"/>
                  </a:lnTo>
                  <a:cubicBezTo>
                    <a:pt x="1143" y="1001"/>
                    <a:pt x="1369" y="786"/>
                    <a:pt x="1369" y="501"/>
                  </a:cubicBezTo>
                  <a:cubicBezTo>
                    <a:pt x="1369" y="215"/>
                    <a:pt x="1143" y="1"/>
                    <a:pt x="857" y="1"/>
                  </a:cubicBezTo>
                  <a:close/>
                </a:path>
              </a:pathLst>
            </a:custGeom>
            <a:solidFill>
              <a:srgbClr val="3A3E5F">
                <a:alpha val="1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150;p74">
              <a:extLst>
                <a:ext uri="{FF2B5EF4-FFF2-40B4-BE49-F238E27FC236}">
                  <a16:creationId xmlns:a16="http://schemas.microsoft.com/office/drawing/2014/main" id="{5B2983B7-ACFE-4321-9EA6-3CF3BDFF2C6C}"/>
                </a:ext>
              </a:extLst>
            </p:cNvPr>
            <p:cNvSpPr/>
            <p:nvPr/>
          </p:nvSpPr>
          <p:spPr>
            <a:xfrm>
              <a:off x="5970059" y="2406543"/>
              <a:ext cx="40135" cy="94708"/>
            </a:xfrm>
            <a:custGeom>
              <a:avLst/>
              <a:gdLst/>
              <a:ahLst/>
              <a:cxnLst/>
              <a:rect l="l" t="t" r="r" b="b"/>
              <a:pathLst>
                <a:path w="1287" h="3037" extrusionOk="0">
                  <a:moveTo>
                    <a:pt x="1" y="1"/>
                  </a:moveTo>
                  <a:cubicBezTo>
                    <a:pt x="227" y="1"/>
                    <a:pt x="429" y="191"/>
                    <a:pt x="429" y="429"/>
                  </a:cubicBezTo>
                  <a:lnTo>
                    <a:pt x="429" y="2608"/>
                  </a:lnTo>
                  <a:cubicBezTo>
                    <a:pt x="429" y="2846"/>
                    <a:pt x="239" y="3037"/>
                    <a:pt x="1" y="3037"/>
                  </a:cubicBezTo>
                  <a:lnTo>
                    <a:pt x="858" y="3037"/>
                  </a:lnTo>
                  <a:cubicBezTo>
                    <a:pt x="1096" y="3037"/>
                    <a:pt x="1287" y="2834"/>
                    <a:pt x="1287" y="2608"/>
                  </a:cubicBezTo>
                  <a:lnTo>
                    <a:pt x="1287" y="429"/>
                  </a:lnTo>
                  <a:cubicBezTo>
                    <a:pt x="1287" y="191"/>
                    <a:pt x="1096" y="1"/>
                    <a:pt x="858" y="1"/>
                  </a:cubicBezTo>
                  <a:close/>
                </a:path>
              </a:pathLst>
            </a:custGeom>
            <a:solidFill>
              <a:srgbClr val="3A3E5F">
                <a:alpha val="1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151;p74">
              <a:extLst>
                <a:ext uri="{FF2B5EF4-FFF2-40B4-BE49-F238E27FC236}">
                  <a16:creationId xmlns:a16="http://schemas.microsoft.com/office/drawing/2014/main" id="{1DD6F809-0FE3-47EC-BC77-CD738EDEFC9D}"/>
                </a:ext>
              </a:extLst>
            </p:cNvPr>
            <p:cNvSpPr/>
            <p:nvPr/>
          </p:nvSpPr>
          <p:spPr>
            <a:xfrm>
              <a:off x="5940744" y="2438382"/>
              <a:ext cx="30468" cy="30437"/>
            </a:xfrm>
            <a:custGeom>
              <a:avLst/>
              <a:gdLst/>
              <a:ahLst/>
              <a:cxnLst/>
              <a:rect l="l" t="t" r="r" b="b"/>
              <a:pathLst>
                <a:path w="977" h="976" extrusionOk="0">
                  <a:moveTo>
                    <a:pt x="405" y="1"/>
                  </a:moveTo>
                  <a:cubicBezTo>
                    <a:pt x="372" y="1"/>
                    <a:pt x="339" y="4"/>
                    <a:pt x="310" y="16"/>
                  </a:cubicBezTo>
                  <a:cubicBezTo>
                    <a:pt x="131" y="87"/>
                    <a:pt x="0" y="277"/>
                    <a:pt x="0" y="480"/>
                  </a:cubicBezTo>
                  <a:cubicBezTo>
                    <a:pt x="0" y="706"/>
                    <a:pt x="131" y="885"/>
                    <a:pt x="310" y="956"/>
                  </a:cubicBezTo>
                  <a:cubicBezTo>
                    <a:pt x="335" y="971"/>
                    <a:pt x="361" y="976"/>
                    <a:pt x="387" y="976"/>
                  </a:cubicBezTo>
                  <a:cubicBezTo>
                    <a:pt x="422" y="976"/>
                    <a:pt x="459" y="968"/>
                    <a:pt x="500" y="968"/>
                  </a:cubicBezTo>
                  <a:cubicBezTo>
                    <a:pt x="786" y="968"/>
                    <a:pt x="976" y="778"/>
                    <a:pt x="976" y="492"/>
                  </a:cubicBezTo>
                  <a:cubicBezTo>
                    <a:pt x="976" y="218"/>
                    <a:pt x="774" y="16"/>
                    <a:pt x="500" y="4"/>
                  </a:cubicBezTo>
                  <a:cubicBezTo>
                    <a:pt x="470" y="4"/>
                    <a:pt x="438" y="1"/>
                    <a:pt x="4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152;p74">
              <a:extLst>
                <a:ext uri="{FF2B5EF4-FFF2-40B4-BE49-F238E27FC236}">
                  <a16:creationId xmlns:a16="http://schemas.microsoft.com/office/drawing/2014/main" id="{4227DDEF-E02C-4D89-A735-058D6D0E6DFC}"/>
                </a:ext>
              </a:extLst>
            </p:cNvPr>
            <p:cNvSpPr/>
            <p:nvPr/>
          </p:nvSpPr>
          <p:spPr>
            <a:xfrm>
              <a:off x="5950006" y="2438103"/>
              <a:ext cx="21955" cy="31590"/>
            </a:xfrm>
            <a:custGeom>
              <a:avLst/>
              <a:gdLst/>
              <a:ahLst/>
              <a:cxnLst/>
              <a:rect l="l" t="t" r="r" b="b"/>
              <a:pathLst>
                <a:path w="704" h="1013" extrusionOk="0">
                  <a:moveTo>
                    <a:pt x="191" y="1"/>
                  </a:moveTo>
                  <a:cubicBezTo>
                    <a:pt x="120" y="1"/>
                    <a:pt x="60" y="13"/>
                    <a:pt x="1" y="48"/>
                  </a:cubicBezTo>
                  <a:cubicBezTo>
                    <a:pt x="179" y="120"/>
                    <a:pt x="310" y="298"/>
                    <a:pt x="310" y="501"/>
                  </a:cubicBezTo>
                  <a:cubicBezTo>
                    <a:pt x="310" y="715"/>
                    <a:pt x="179" y="894"/>
                    <a:pt x="1" y="965"/>
                  </a:cubicBezTo>
                  <a:cubicBezTo>
                    <a:pt x="60" y="1001"/>
                    <a:pt x="132" y="1013"/>
                    <a:pt x="191" y="1013"/>
                  </a:cubicBezTo>
                  <a:cubicBezTo>
                    <a:pt x="477" y="1013"/>
                    <a:pt x="703" y="787"/>
                    <a:pt x="703" y="501"/>
                  </a:cubicBezTo>
                  <a:cubicBezTo>
                    <a:pt x="703" y="227"/>
                    <a:pt x="477" y="1"/>
                    <a:pt x="1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153;p74">
              <a:extLst>
                <a:ext uri="{FF2B5EF4-FFF2-40B4-BE49-F238E27FC236}">
                  <a16:creationId xmlns:a16="http://schemas.microsoft.com/office/drawing/2014/main" id="{EC0B4DE9-52A7-485C-A704-960D692B6573}"/>
                </a:ext>
              </a:extLst>
            </p:cNvPr>
            <p:cNvSpPr/>
            <p:nvPr/>
          </p:nvSpPr>
          <p:spPr>
            <a:xfrm>
              <a:off x="5940744" y="2533059"/>
              <a:ext cx="30468" cy="30437"/>
            </a:xfrm>
            <a:custGeom>
              <a:avLst/>
              <a:gdLst/>
              <a:ahLst/>
              <a:cxnLst/>
              <a:rect l="l" t="t" r="r" b="b"/>
              <a:pathLst>
                <a:path w="977" h="976" extrusionOk="0">
                  <a:moveTo>
                    <a:pt x="405" y="1"/>
                  </a:moveTo>
                  <a:cubicBezTo>
                    <a:pt x="372" y="1"/>
                    <a:pt x="339" y="4"/>
                    <a:pt x="310" y="16"/>
                  </a:cubicBezTo>
                  <a:cubicBezTo>
                    <a:pt x="131" y="99"/>
                    <a:pt x="0" y="278"/>
                    <a:pt x="0" y="480"/>
                  </a:cubicBezTo>
                  <a:cubicBezTo>
                    <a:pt x="0" y="706"/>
                    <a:pt x="131" y="885"/>
                    <a:pt x="310" y="956"/>
                  </a:cubicBezTo>
                  <a:cubicBezTo>
                    <a:pt x="335" y="972"/>
                    <a:pt x="361" y="976"/>
                    <a:pt x="387" y="976"/>
                  </a:cubicBezTo>
                  <a:cubicBezTo>
                    <a:pt x="422" y="976"/>
                    <a:pt x="459" y="968"/>
                    <a:pt x="500" y="968"/>
                  </a:cubicBezTo>
                  <a:cubicBezTo>
                    <a:pt x="786" y="968"/>
                    <a:pt x="976" y="778"/>
                    <a:pt x="976" y="492"/>
                  </a:cubicBezTo>
                  <a:cubicBezTo>
                    <a:pt x="976" y="218"/>
                    <a:pt x="774" y="16"/>
                    <a:pt x="500" y="4"/>
                  </a:cubicBezTo>
                  <a:cubicBezTo>
                    <a:pt x="470" y="4"/>
                    <a:pt x="438" y="1"/>
                    <a:pt x="4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154;p74">
              <a:extLst>
                <a:ext uri="{FF2B5EF4-FFF2-40B4-BE49-F238E27FC236}">
                  <a16:creationId xmlns:a16="http://schemas.microsoft.com/office/drawing/2014/main" id="{BEF9E77C-F7BF-4ABA-85D1-686A6A926D13}"/>
                </a:ext>
              </a:extLst>
            </p:cNvPr>
            <p:cNvSpPr/>
            <p:nvPr/>
          </p:nvSpPr>
          <p:spPr>
            <a:xfrm>
              <a:off x="5950006" y="2532778"/>
              <a:ext cx="21955" cy="31590"/>
            </a:xfrm>
            <a:custGeom>
              <a:avLst/>
              <a:gdLst/>
              <a:ahLst/>
              <a:cxnLst/>
              <a:rect l="l" t="t" r="r" b="b"/>
              <a:pathLst>
                <a:path w="704" h="1013" extrusionOk="0">
                  <a:moveTo>
                    <a:pt x="191" y="1"/>
                  </a:moveTo>
                  <a:cubicBezTo>
                    <a:pt x="120" y="1"/>
                    <a:pt x="60" y="13"/>
                    <a:pt x="1" y="48"/>
                  </a:cubicBezTo>
                  <a:cubicBezTo>
                    <a:pt x="179" y="120"/>
                    <a:pt x="310" y="298"/>
                    <a:pt x="310" y="501"/>
                  </a:cubicBezTo>
                  <a:cubicBezTo>
                    <a:pt x="310" y="715"/>
                    <a:pt x="179" y="894"/>
                    <a:pt x="1" y="965"/>
                  </a:cubicBezTo>
                  <a:cubicBezTo>
                    <a:pt x="60" y="1001"/>
                    <a:pt x="132" y="1013"/>
                    <a:pt x="191" y="1013"/>
                  </a:cubicBezTo>
                  <a:cubicBezTo>
                    <a:pt x="477" y="1013"/>
                    <a:pt x="703" y="787"/>
                    <a:pt x="703" y="501"/>
                  </a:cubicBezTo>
                  <a:cubicBezTo>
                    <a:pt x="703" y="227"/>
                    <a:pt x="477" y="1"/>
                    <a:pt x="1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155;p74">
              <a:extLst>
                <a:ext uri="{FF2B5EF4-FFF2-40B4-BE49-F238E27FC236}">
                  <a16:creationId xmlns:a16="http://schemas.microsoft.com/office/drawing/2014/main" id="{CBDB06BC-132D-4A07-9520-629F9E8DF835}"/>
                </a:ext>
              </a:extLst>
            </p:cNvPr>
            <p:cNvSpPr/>
            <p:nvPr/>
          </p:nvSpPr>
          <p:spPr>
            <a:xfrm>
              <a:off x="5970059" y="2595897"/>
              <a:ext cx="40135" cy="94708"/>
            </a:xfrm>
            <a:custGeom>
              <a:avLst/>
              <a:gdLst/>
              <a:ahLst/>
              <a:cxnLst/>
              <a:rect l="l" t="t" r="r" b="b"/>
              <a:pathLst>
                <a:path w="1287" h="3037" extrusionOk="0">
                  <a:moveTo>
                    <a:pt x="1" y="1"/>
                  </a:moveTo>
                  <a:cubicBezTo>
                    <a:pt x="227" y="1"/>
                    <a:pt x="429" y="191"/>
                    <a:pt x="429" y="430"/>
                  </a:cubicBezTo>
                  <a:lnTo>
                    <a:pt x="429" y="2608"/>
                  </a:lnTo>
                  <a:cubicBezTo>
                    <a:pt x="429" y="2846"/>
                    <a:pt x="239" y="3037"/>
                    <a:pt x="1" y="3037"/>
                  </a:cubicBezTo>
                  <a:lnTo>
                    <a:pt x="858" y="3037"/>
                  </a:lnTo>
                  <a:cubicBezTo>
                    <a:pt x="1096" y="3037"/>
                    <a:pt x="1287" y="2846"/>
                    <a:pt x="1287" y="2608"/>
                  </a:cubicBezTo>
                  <a:lnTo>
                    <a:pt x="1287" y="430"/>
                  </a:lnTo>
                  <a:cubicBezTo>
                    <a:pt x="1287" y="191"/>
                    <a:pt x="1096" y="1"/>
                    <a:pt x="858" y="1"/>
                  </a:cubicBezTo>
                  <a:close/>
                </a:path>
              </a:pathLst>
            </a:custGeom>
            <a:solidFill>
              <a:srgbClr val="3A3E5F">
                <a:alpha val="1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156;p74">
              <a:extLst>
                <a:ext uri="{FF2B5EF4-FFF2-40B4-BE49-F238E27FC236}">
                  <a16:creationId xmlns:a16="http://schemas.microsoft.com/office/drawing/2014/main" id="{79352709-9BDF-4605-867B-012980E4B972}"/>
                </a:ext>
              </a:extLst>
            </p:cNvPr>
            <p:cNvSpPr/>
            <p:nvPr/>
          </p:nvSpPr>
          <p:spPr>
            <a:xfrm>
              <a:off x="5940744" y="2627737"/>
              <a:ext cx="30468" cy="30437"/>
            </a:xfrm>
            <a:custGeom>
              <a:avLst/>
              <a:gdLst/>
              <a:ahLst/>
              <a:cxnLst/>
              <a:rect l="l" t="t" r="r" b="b"/>
              <a:pathLst>
                <a:path w="977" h="976" extrusionOk="0">
                  <a:moveTo>
                    <a:pt x="405" y="1"/>
                  </a:moveTo>
                  <a:cubicBezTo>
                    <a:pt x="372" y="1"/>
                    <a:pt x="339" y="4"/>
                    <a:pt x="310" y="16"/>
                  </a:cubicBezTo>
                  <a:cubicBezTo>
                    <a:pt x="131" y="87"/>
                    <a:pt x="0" y="278"/>
                    <a:pt x="0" y="480"/>
                  </a:cubicBezTo>
                  <a:cubicBezTo>
                    <a:pt x="0" y="706"/>
                    <a:pt x="131" y="885"/>
                    <a:pt x="310" y="956"/>
                  </a:cubicBezTo>
                  <a:cubicBezTo>
                    <a:pt x="335" y="972"/>
                    <a:pt x="361" y="976"/>
                    <a:pt x="387" y="976"/>
                  </a:cubicBezTo>
                  <a:cubicBezTo>
                    <a:pt x="422" y="976"/>
                    <a:pt x="459" y="968"/>
                    <a:pt x="500" y="968"/>
                  </a:cubicBezTo>
                  <a:cubicBezTo>
                    <a:pt x="786" y="968"/>
                    <a:pt x="976" y="778"/>
                    <a:pt x="976" y="492"/>
                  </a:cubicBezTo>
                  <a:cubicBezTo>
                    <a:pt x="976" y="218"/>
                    <a:pt x="774" y="16"/>
                    <a:pt x="500" y="4"/>
                  </a:cubicBezTo>
                  <a:cubicBezTo>
                    <a:pt x="470" y="4"/>
                    <a:pt x="438" y="1"/>
                    <a:pt x="4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157;p74">
              <a:extLst>
                <a:ext uri="{FF2B5EF4-FFF2-40B4-BE49-F238E27FC236}">
                  <a16:creationId xmlns:a16="http://schemas.microsoft.com/office/drawing/2014/main" id="{6DEC7740-4BBC-4B80-BB8E-A00DC57C5303}"/>
                </a:ext>
              </a:extLst>
            </p:cNvPr>
            <p:cNvSpPr/>
            <p:nvPr/>
          </p:nvSpPr>
          <p:spPr>
            <a:xfrm>
              <a:off x="5950006" y="2627456"/>
              <a:ext cx="21955" cy="31590"/>
            </a:xfrm>
            <a:custGeom>
              <a:avLst/>
              <a:gdLst/>
              <a:ahLst/>
              <a:cxnLst/>
              <a:rect l="l" t="t" r="r" b="b"/>
              <a:pathLst>
                <a:path w="704" h="1013" extrusionOk="0">
                  <a:moveTo>
                    <a:pt x="191" y="1"/>
                  </a:moveTo>
                  <a:cubicBezTo>
                    <a:pt x="120" y="1"/>
                    <a:pt x="60" y="13"/>
                    <a:pt x="1" y="49"/>
                  </a:cubicBezTo>
                  <a:cubicBezTo>
                    <a:pt x="179" y="120"/>
                    <a:pt x="310" y="299"/>
                    <a:pt x="310" y="501"/>
                  </a:cubicBezTo>
                  <a:cubicBezTo>
                    <a:pt x="310" y="715"/>
                    <a:pt x="179" y="894"/>
                    <a:pt x="1" y="965"/>
                  </a:cubicBezTo>
                  <a:cubicBezTo>
                    <a:pt x="60" y="1001"/>
                    <a:pt x="132" y="1013"/>
                    <a:pt x="191" y="1013"/>
                  </a:cubicBezTo>
                  <a:cubicBezTo>
                    <a:pt x="477" y="1013"/>
                    <a:pt x="703" y="787"/>
                    <a:pt x="703" y="501"/>
                  </a:cubicBezTo>
                  <a:cubicBezTo>
                    <a:pt x="703" y="227"/>
                    <a:pt x="477" y="1"/>
                    <a:pt x="1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158;p74">
              <a:extLst>
                <a:ext uri="{FF2B5EF4-FFF2-40B4-BE49-F238E27FC236}">
                  <a16:creationId xmlns:a16="http://schemas.microsoft.com/office/drawing/2014/main" id="{78B677F4-49DD-4563-B4E1-3A6B9E7486A9}"/>
                </a:ext>
              </a:extLst>
            </p:cNvPr>
            <p:cNvSpPr/>
            <p:nvPr/>
          </p:nvSpPr>
          <p:spPr>
            <a:xfrm>
              <a:off x="5756937" y="2311773"/>
              <a:ext cx="160450" cy="167212"/>
            </a:xfrm>
            <a:custGeom>
              <a:avLst/>
              <a:gdLst/>
              <a:ahLst/>
              <a:cxnLst/>
              <a:rect l="l" t="t" r="r" b="b"/>
              <a:pathLst>
                <a:path w="5145" h="5362" extrusionOk="0">
                  <a:moveTo>
                    <a:pt x="2481" y="0"/>
                  </a:moveTo>
                  <a:cubicBezTo>
                    <a:pt x="2463" y="0"/>
                    <a:pt x="2446" y="1"/>
                    <a:pt x="2429" y="4"/>
                  </a:cubicBezTo>
                  <a:cubicBezTo>
                    <a:pt x="1060" y="135"/>
                    <a:pt x="1" y="1278"/>
                    <a:pt x="1" y="2683"/>
                  </a:cubicBezTo>
                  <a:cubicBezTo>
                    <a:pt x="1" y="4076"/>
                    <a:pt x="1060" y="5230"/>
                    <a:pt x="2429" y="5361"/>
                  </a:cubicBezTo>
                  <a:cubicBezTo>
                    <a:pt x="2513" y="5361"/>
                    <a:pt x="2608" y="5350"/>
                    <a:pt x="2691" y="5350"/>
                  </a:cubicBezTo>
                  <a:cubicBezTo>
                    <a:pt x="4180" y="5350"/>
                    <a:pt x="5144" y="4159"/>
                    <a:pt x="5144" y="2671"/>
                  </a:cubicBezTo>
                  <a:cubicBezTo>
                    <a:pt x="5144" y="1190"/>
                    <a:pt x="4177" y="15"/>
                    <a:pt x="2725" y="15"/>
                  </a:cubicBezTo>
                  <a:cubicBezTo>
                    <a:pt x="2718" y="15"/>
                    <a:pt x="2711" y="15"/>
                    <a:pt x="2703" y="16"/>
                  </a:cubicBezTo>
                  <a:cubicBezTo>
                    <a:pt x="2627" y="16"/>
                    <a:pt x="2551" y="0"/>
                    <a:pt x="24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159;p74">
              <a:extLst>
                <a:ext uri="{FF2B5EF4-FFF2-40B4-BE49-F238E27FC236}">
                  <a16:creationId xmlns:a16="http://schemas.microsoft.com/office/drawing/2014/main" id="{B3D013D3-CB24-4D14-99F6-B38CF9B59837}"/>
                </a:ext>
              </a:extLst>
            </p:cNvPr>
            <p:cNvSpPr/>
            <p:nvPr/>
          </p:nvSpPr>
          <p:spPr>
            <a:xfrm>
              <a:off x="5831938" y="2310744"/>
              <a:ext cx="92497" cy="168241"/>
            </a:xfrm>
            <a:custGeom>
              <a:avLst/>
              <a:gdLst/>
              <a:ahLst/>
              <a:cxnLst/>
              <a:rect l="l" t="t" r="r" b="b"/>
              <a:pathLst>
                <a:path w="2966" h="5395" extrusionOk="0">
                  <a:moveTo>
                    <a:pt x="274" y="1"/>
                  </a:moveTo>
                  <a:cubicBezTo>
                    <a:pt x="179" y="1"/>
                    <a:pt x="96" y="1"/>
                    <a:pt x="1" y="25"/>
                  </a:cubicBezTo>
                  <a:cubicBezTo>
                    <a:pt x="1370" y="156"/>
                    <a:pt x="2429" y="1299"/>
                    <a:pt x="2429" y="2704"/>
                  </a:cubicBezTo>
                  <a:cubicBezTo>
                    <a:pt x="2429" y="4097"/>
                    <a:pt x="1370" y="5240"/>
                    <a:pt x="1" y="5383"/>
                  </a:cubicBezTo>
                  <a:cubicBezTo>
                    <a:pt x="96" y="5394"/>
                    <a:pt x="179" y="5394"/>
                    <a:pt x="274" y="5394"/>
                  </a:cubicBezTo>
                  <a:cubicBezTo>
                    <a:pt x="1763" y="5394"/>
                    <a:pt x="2965" y="4192"/>
                    <a:pt x="2965" y="2704"/>
                  </a:cubicBezTo>
                  <a:cubicBezTo>
                    <a:pt x="2965" y="1215"/>
                    <a:pt x="1763" y="1"/>
                    <a:pt x="274" y="1"/>
                  </a:cubicBezTo>
                  <a:close/>
                </a:path>
              </a:pathLst>
            </a:custGeom>
            <a:solidFill>
              <a:srgbClr val="3A3E5F">
                <a:alpha val="1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160;p74">
              <a:extLst>
                <a:ext uri="{FF2B5EF4-FFF2-40B4-BE49-F238E27FC236}">
                  <a16:creationId xmlns:a16="http://schemas.microsoft.com/office/drawing/2014/main" id="{3143A37E-0C92-4394-8CB0-F98796BC8449}"/>
                </a:ext>
              </a:extLst>
            </p:cNvPr>
            <p:cNvSpPr/>
            <p:nvPr/>
          </p:nvSpPr>
          <p:spPr>
            <a:xfrm>
              <a:off x="5804089" y="2375358"/>
              <a:ext cx="65022" cy="77275"/>
            </a:xfrm>
            <a:custGeom>
              <a:avLst/>
              <a:gdLst/>
              <a:ahLst/>
              <a:cxnLst/>
              <a:rect l="l" t="t" r="r" b="b"/>
              <a:pathLst>
                <a:path w="2085" h="2478" extrusionOk="0">
                  <a:moveTo>
                    <a:pt x="203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1346"/>
                  </a:lnTo>
                  <a:cubicBezTo>
                    <a:pt x="1" y="1906"/>
                    <a:pt x="417" y="2382"/>
                    <a:pt x="977" y="2477"/>
                  </a:cubicBezTo>
                  <a:cubicBezTo>
                    <a:pt x="1036" y="2477"/>
                    <a:pt x="1108" y="2453"/>
                    <a:pt x="1167" y="2453"/>
                  </a:cubicBezTo>
                  <a:cubicBezTo>
                    <a:pt x="1810" y="2453"/>
                    <a:pt x="2084" y="1965"/>
                    <a:pt x="2084" y="1346"/>
                  </a:cubicBezTo>
                  <a:lnTo>
                    <a:pt x="2084" y="191"/>
                  </a:lnTo>
                  <a:cubicBezTo>
                    <a:pt x="2084" y="96"/>
                    <a:pt x="2001" y="1"/>
                    <a:pt x="18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161;p74">
              <a:extLst>
                <a:ext uri="{FF2B5EF4-FFF2-40B4-BE49-F238E27FC236}">
                  <a16:creationId xmlns:a16="http://schemas.microsoft.com/office/drawing/2014/main" id="{3D2EB877-5D7B-4696-9F5E-D7E65C4230B6}"/>
                </a:ext>
              </a:extLst>
            </p:cNvPr>
            <p:cNvSpPr/>
            <p:nvPr/>
          </p:nvSpPr>
          <p:spPr>
            <a:xfrm>
              <a:off x="5834901" y="2374984"/>
              <a:ext cx="41632" cy="77650"/>
            </a:xfrm>
            <a:custGeom>
              <a:avLst/>
              <a:gdLst/>
              <a:ahLst/>
              <a:cxnLst/>
              <a:rect l="l" t="t" r="r" b="b"/>
              <a:pathLst>
                <a:path w="1335" h="2490" extrusionOk="0">
                  <a:moveTo>
                    <a:pt x="775" y="1"/>
                  </a:moveTo>
                  <a:cubicBezTo>
                    <a:pt x="882" y="1"/>
                    <a:pt x="965" y="84"/>
                    <a:pt x="965" y="191"/>
                  </a:cubicBezTo>
                  <a:lnTo>
                    <a:pt x="965" y="1334"/>
                  </a:lnTo>
                  <a:cubicBezTo>
                    <a:pt x="965" y="1906"/>
                    <a:pt x="549" y="2382"/>
                    <a:pt x="1" y="2465"/>
                  </a:cubicBezTo>
                  <a:cubicBezTo>
                    <a:pt x="60" y="2489"/>
                    <a:pt x="120" y="2489"/>
                    <a:pt x="191" y="2489"/>
                  </a:cubicBezTo>
                  <a:cubicBezTo>
                    <a:pt x="834" y="2489"/>
                    <a:pt x="1334" y="1965"/>
                    <a:pt x="1334" y="1334"/>
                  </a:cubicBezTo>
                  <a:lnTo>
                    <a:pt x="1334" y="191"/>
                  </a:lnTo>
                  <a:cubicBezTo>
                    <a:pt x="1334" y="84"/>
                    <a:pt x="1251" y="1"/>
                    <a:pt x="1144" y="1"/>
                  </a:cubicBezTo>
                  <a:close/>
                </a:path>
              </a:pathLst>
            </a:custGeom>
            <a:solidFill>
              <a:srgbClr val="FD47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162;p74">
              <a:extLst>
                <a:ext uri="{FF2B5EF4-FFF2-40B4-BE49-F238E27FC236}">
                  <a16:creationId xmlns:a16="http://schemas.microsoft.com/office/drawing/2014/main" id="{3BFE0427-E82F-43A9-8AF5-6F54FF2B1DDE}"/>
                </a:ext>
              </a:extLst>
            </p:cNvPr>
            <p:cNvSpPr/>
            <p:nvPr/>
          </p:nvSpPr>
          <p:spPr>
            <a:xfrm>
              <a:off x="5929572" y="2431055"/>
              <a:ext cx="45313" cy="45685"/>
            </a:xfrm>
            <a:custGeom>
              <a:avLst/>
              <a:gdLst/>
              <a:ahLst/>
              <a:cxnLst/>
              <a:rect l="l" t="t" r="r" b="b"/>
              <a:pathLst>
                <a:path w="1453" h="1465" extrusionOk="0">
                  <a:moveTo>
                    <a:pt x="726" y="453"/>
                  </a:moveTo>
                  <a:cubicBezTo>
                    <a:pt x="893" y="453"/>
                    <a:pt x="1024" y="584"/>
                    <a:pt x="1024" y="751"/>
                  </a:cubicBezTo>
                  <a:cubicBezTo>
                    <a:pt x="1024" y="905"/>
                    <a:pt x="893" y="1048"/>
                    <a:pt x="726" y="1048"/>
                  </a:cubicBezTo>
                  <a:cubicBezTo>
                    <a:pt x="560" y="1048"/>
                    <a:pt x="429" y="905"/>
                    <a:pt x="429" y="751"/>
                  </a:cubicBezTo>
                  <a:cubicBezTo>
                    <a:pt x="429" y="572"/>
                    <a:pt x="560" y="453"/>
                    <a:pt x="726" y="453"/>
                  </a:cubicBezTo>
                  <a:close/>
                  <a:moveTo>
                    <a:pt x="726" y="1"/>
                  </a:moveTo>
                  <a:cubicBezTo>
                    <a:pt x="321" y="1"/>
                    <a:pt x="0" y="334"/>
                    <a:pt x="0" y="727"/>
                  </a:cubicBezTo>
                  <a:cubicBezTo>
                    <a:pt x="12" y="1132"/>
                    <a:pt x="321" y="1465"/>
                    <a:pt x="726" y="1465"/>
                  </a:cubicBezTo>
                  <a:cubicBezTo>
                    <a:pt x="1131" y="1465"/>
                    <a:pt x="1453" y="1132"/>
                    <a:pt x="1453" y="727"/>
                  </a:cubicBezTo>
                  <a:cubicBezTo>
                    <a:pt x="1453" y="334"/>
                    <a:pt x="1131" y="1"/>
                    <a:pt x="7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163;p74">
              <a:extLst>
                <a:ext uri="{FF2B5EF4-FFF2-40B4-BE49-F238E27FC236}">
                  <a16:creationId xmlns:a16="http://schemas.microsoft.com/office/drawing/2014/main" id="{7539D403-0598-4625-938B-793EEFC17067}"/>
                </a:ext>
              </a:extLst>
            </p:cNvPr>
            <p:cNvSpPr/>
            <p:nvPr/>
          </p:nvSpPr>
          <p:spPr>
            <a:xfrm>
              <a:off x="5702362" y="2432551"/>
              <a:ext cx="13378" cy="43098"/>
            </a:xfrm>
            <a:custGeom>
              <a:avLst/>
              <a:gdLst/>
              <a:ahLst/>
              <a:cxnLst/>
              <a:rect l="l" t="t" r="r" b="b"/>
              <a:pathLst>
                <a:path w="429" h="1382" extrusionOk="0">
                  <a:moveTo>
                    <a:pt x="215" y="0"/>
                  </a:moveTo>
                  <a:cubicBezTo>
                    <a:pt x="96" y="0"/>
                    <a:pt x="0" y="83"/>
                    <a:pt x="0" y="203"/>
                  </a:cubicBezTo>
                  <a:lnTo>
                    <a:pt x="0" y="1179"/>
                  </a:lnTo>
                  <a:cubicBezTo>
                    <a:pt x="12" y="1298"/>
                    <a:pt x="107" y="1381"/>
                    <a:pt x="215" y="1381"/>
                  </a:cubicBezTo>
                  <a:cubicBezTo>
                    <a:pt x="334" y="1381"/>
                    <a:pt x="429" y="1298"/>
                    <a:pt x="429" y="1179"/>
                  </a:cubicBezTo>
                  <a:lnTo>
                    <a:pt x="429" y="203"/>
                  </a:lnTo>
                  <a:cubicBezTo>
                    <a:pt x="429" y="83"/>
                    <a:pt x="33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164;p74">
              <a:extLst>
                <a:ext uri="{FF2B5EF4-FFF2-40B4-BE49-F238E27FC236}">
                  <a16:creationId xmlns:a16="http://schemas.microsoft.com/office/drawing/2014/main" id="{DCB4AED5-9FF5-4703-A605-45A78B7EFF5E}"/>
                </a:ext>
              </a:extLst>
            </p:cNvPr>
            <p:cNvSpPr/>
            <p:nvPr/>
          </p:nvSpPr>
          <p:spPr>
            <a:xfrm>
              <a:off x="5725752" y="2432551"/>
              <a:ext cx="13410" cy="43098"/>
            </a:xfrm>
            <a:custGeom>
              <a:avLst/>
              <a:gdLst/>
              <a:ahLst/>
              <a:cxnLst/>
              <a:rect l="l" t="t" r="r" b="b"/>
              <a:pathLst>
                <a:path w="430" h="1382" extrusionOk="0">
                  <a:moveTo>
                    <a:pt x="227" y="0"/>
                  </a:moveTo>
                  <a:cubicBezTo>
                    <a:pt x="108" y="0"/>
                    <a:pt x="12" y="83"/>
                    <a:pt x="12" y="203"/>
                  </a:cubicBezTo>
                  <a:lnTo>
                    <a:pt x="12" y="1179"/>
                  </a:lnTo>
                  <a:cubicBezTo>
                    <a:pt x="0" y="1298"/>
                    <a:pt x="108" y="1381"/>
                    <a:pt x="227" y="1381"/>
                  </a:cubicBezTo>
                  <a:cubicBezTo>
                    <a:pt x="346" y="1381"/>
                    <a:pt x="429" y="1298"/>
                    <a:pt x="429" y="1179"/>
                  </a:cubicBezTo>
                  <a:lnTo>
                    <a:pt x="429" y="203"/>
                  </a:lnTo>
                  <a:cubicBezTo>
                    <a:pt x="429" y="83"/>
                    <a:pt x="346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165;p74">
              <a:extLst>
                <a:ext uri="{FF2B5EF4-FFF2-40B4-BE49-F238E27FC236}">
                  <a16:creationId xmlns:a16="http://schemas.microsoft.com/office/drawing/2014/main" id="{7C4B9FAA-C858-4858-9F29-773F30D53ECD}"/>
                </a:ext>
              </a:extLst>
            </p:cNvPr>
            <p:cNvSpPr/>
            <p:nvPr/>
          </p:nvSpPr>
          <p:spPr>
            <a:xfrm>
              <a:off x="5749514" y="2447395"/>
              <a:ext cx="13035" cy="28254"/>
            </a:xfrm>
            <a:custGeom>
              <a:avLst/>
              <a:gdLst/>
              <a:ahLst/>
              <a:cxnLst/>
              <a:rect l="l" t="t" r="r" b="b"/>
              <a:pathLst>
                <a:path w="418" h="906" extrusionOk="0">
                  <a:moveTo>
                    <a:pt x="203" y="0"/>
                  </a:moveTo>
                  <a:cubicBezTo>
                    <a:pt x="84" y="0"/>
                    <a:pt x="0" y="84"/>
                    <a:pt x="0" y="203"/>
                  </a:cubicBezTo>
                  <a:lnTo>
                    <a:pt x="0" y="703"/>
                  </a:lnTo>
                  <a:cubicBezTo>
                    <a:pt x="0" y="822"/>
                    <a:pt x="84" y="905"/>
                    <a:pt x="203" y="905"/>
                  </a:cubicBezTo>
                  <a:cubicBezTo>
                    <a:pt x="322" y="905"/>
                    <a:pt x="417" y="822"/>
                    <a:pt x="417" y="703"/>
                  </a:cubicBezTo>
                  <a:lnTo>
                    <a:pt x="417" y="203"/>
                  </a:lnTo>
                  <a:cubicBezTo>
                    <a:pt x="417" y="84"/>
                    <a:pt x="322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166;p74">
              <a:extLst>
                <a:ext uri="{FF2B5EF4-FFF2-40B4-BE49-F238E27FC236}">
                  <a16:creationId xmlns:a16="http://schemas.microsoft.com/office/drawing/2014/main" id="{C34F1126-4605-4958-A032-85B152415BF7}"/>
                </a:ext>
              </a:extLst>
            </p:cNvPr>
            <p:cNvSpPr/>
            <p:nvPr/>
          </p:nvSpPr>
          <p:spPr>
            <a:xfrm>
              <a:off x="5929572" y="2526105"/>
              <a:ext cx="45313" cy="45685"/>
            </a:xfrm>
            <a:custGeom>
              <a:avLst/>
              <a:gdLst/>
              <a:ahLst/>
              <a:cxnLst/>
              <a:rect l="l" t="t" r="r" b="b"/>
              <a:pathLst>
                <a:path w="1453" h="1465" extrusionOk="0">
                  <a:moveTo>
                    <a:pt x="726" y="417"/>
                  </a:moveTo>
                  <a:cubicBezTo>
                    <a:pt x="893" y="417"/>
                    <a:pt x="1024" y="560"/>
                    <a:pt x="1024" y="715"/>
                  </a:cubicBezTo>
                  <a:cubicBezTo>
                    <a:pt x="1024" y="882"/>
                    <a:pt x="893" y="1013"/>
                    <a:pt x="726" y="1013"/>
                  </a:cubicBezTo>
                  <a:cubicBezTo>
                    <a:pt x="560" y="1013"/>
                    <a:pt x="429" y="882"/>
                    <a:pt x="429" y="715"/>
                  </a:cubicBezTo>
                  <a:cubicBezTo>
                    <a:pt x="429" y="560"/>
                    <a:pt x="560" y="417"/>
                    <a:pt x="726" y="417"/>
                  </a:cubicBezTo>
                  <a:close/>
                  <a:moveTo>
                    <a:pt x="726" y="1"/>
                  </a:moveTo>
                  <a:cubicBezTo>
                    <a:pt x="321" y="1"/>
                    <a:pt x="0" y="334"/>
                    <a:pt x="0" y="739"/>
                  </a:cubicBezTo>
                  <a:cubicBezTo>
                    <a:pt x="0" y="1132"/>
                    <a:pt x="321" y="1465"/>
                    <a:pt x="726" y="1465"/>
                  </a:cubicBezTo>
                  <a:cubicBezTo>
                    <a:pt x="1131" y="1465"/>
                    <a:pt x="1453" y="1132"/>
                    <a:pt x="1453" y="739"/>
                  </a:cubicBezTo>
                  <a:cubicBezTo>
                    <a:pt x="1453" y="322"/>
                    <a:pt x="1131" y="1"/>
                    <a:pt x="7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167;p74">
              <a:extLst>
                <a:ext uri="{FF2B5EF4-FFF2-40B4-BE49-F238E27FC236}">
                  <a16:creationId xmlns:a16="http://schemas.microsoft.com/office/drawing/2014/main" id="{7F6F5050-324E-4510-BEA1-646606EDB330}"/>
                </a:ext>
              </a:extLst>
            </p:cNvPr>
            <p:cNvSpPr/>
            <p:nvPr/>
          </p:nvSpPr>
          <p:spPr>
            <a:xfrm>
              <a:off x="5702362" y="2526854"/>
              <a:ext cx="13753" cy="43098"/>
            </a:xfrm>
            <a:custGeom>
              <a:avLst/>
              <a:gdLst/>
              <a:ahLst/>
              <a:cxnLst/>
              <a:rect l="l" t="t" r="r" b="b"/>
              <a:pathLst>
                <a:path w="441" h="1382" extrusionOk="0">
                  <a:moveTo>
                    <a:pt x="215" y="0"/>
                  </a:moveTo>
                  <a:cubicBezTo>
                    <a:pt x="96" y="0"/>
                    <a:pt x="0" y="84"/>
                    <a:pt x="0" y="203"/>
                  </a:cubicBezTo>
                  <a:lnTo>
                    <a:pt x="0" y="1167"/>
                  </a:lnTo>
                  <a:cubicBezTo>
                    <a:pt x="0" y="1286"/>
                    <a:pt x="96" y="1381"/>
                    <a:pt x="215" y="1381"/>
                  </a:cubicBezTo>
                  <a:cubicBezTo>
                    <a:pt x="334" y="1381"/>
                    <a:pt x="429" y="1286"/>
                    <a:pt x="429" y="1167"/>
                  </a:cubicBezTo>
                  <a:lnTo>
                    <a:pt x="429" y="203"/>
                  </a:lnTo>
                  <a:cubicBezTo>
                    <a:pt x="441" y="96"/>
                    <a:pt x="33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168;p74">
              <a:extLst>
                <a:ext uri="{FF2B5EF4-FFF2-40B4-BE49-F238E27FC236}">
                  <a16:creationId xmlns:a16="http://schemas.microsoft.com/office/drawing/2014/main" id="{995AAEF0-5D77-4F38-B576-2A4DF68C4DB9}"/>
                </a:ext>
              </a:extLst>
            </p:cNvPr>
            <p:cNvSpPr/>
            <p:nvPr/>
          </p:nvSpPr>
          <p:spPr>
            <a:xfrm>
              <a:off x="5726126" y="2526854"/>
              <a:ext cx="13035" cy="43098"/>
            </a:xfrm>
            <a:custGeom>
              <a:avLst/>
              <a:gdLst/>
              <a:ahLst/>
              <a:cxnLst/>
              <a:rect l="l" t="t" r="r" b="b"/>
              <a:pathLst>
                <a:path w="418" h="1382" extrusionOk="0">
                  <a:moveTo>
                    <a:pt x="215" y="0"/>
                  </a:moveTo>
                  <a:cubicBezTo>
                    <a:pt x="96" y="0"/>
                    <a:pt x="0" y="84"/>
                    <a:pt x="0" y="203"/>
                  </a:cubicBezTo>
                  <a:lnTo>
                    <a:pt x="0" y="1167"/>
                  </a:lnTo>
                  <a:cubicBezTo>
                    <a:pt x="0" y="1286"/>
                    <a:pt x="96" y="1381"/>
                    <a:pt x="215" y="1381"/>
                  </a:cubicBezTo>
                  <a:cubicBezTo>
                    <a:pt x="334" y="1381"/>
                    <a:pt x="417" y="1286"/>
                    <a:pt x="417" y="1167"/>
                  </a:cubicBezTo>
                  <a:lnTo>
                    <a:pt x="417" y="203"/>
                  </a:lnTo>
                  <a:cubicBezTo>
                    <a:pt x="417" y="96"/>
                    <a:pt x="33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169;p74">
              <a:extLst>
                <a:ext uri="{FF2B5EF4-FFF2-40B4-BE49-F238E27FC236}">
                  <a16:creationId xmlns:a16="http://schemas.microsoft.com/office/drawing/2014/main" id="{30158F98-CF87-44F9-A7DB-914B2F0ACE7A}"/>
                </a:ext>
              </a:extLst>
            </p:cNvPr>
            <p:cNvSpPr/>
            <p:nvPr/>
          </p:nvSpPr>
          <p:spPr>
            <a:xfrm>
              <a:off x="5749514" y="2526854"/>
              <a:ext cx="13410" cy="43098"/>
            </a:xfrm>
            <a:custGeom>
              <a:avLst/>
              <a:gdLst/>
              <a:ahLst/>
              <a:cxnLst/>
              <a:rect l="l" t="t" r="r" b="b"/>
              <a:pathLst>
                <a:path w="430" h="1382" extrusionOk="0">
                  <a:moveTo>
                    <a:pt x="203" y="0"/>
                  </a:moveTo>
                  <a:cubicBezTo>
                    <a:pt x="84" y="0"/>
                    <a:pt x="0" y="84"/>
                    <a:pt x="0" y="203"/>
                  </a:cubicBezTo>
                  <a:lnTo>
                    <a:pt x="0" y="1167"/>
                  </a:lnTo>
                  <a:cubicBezTo>
                    <a:pt x="0" y="1286"/>
                    <a:pt x="84" y="1381"/>
                    <a:pt x="203" y="1381"/>
                  </a:cubicBezTo>
                  <a:cubicBezTo>
                    <a:pt x="322" y="1381"/>
                    <a:pt x="417" y="1286"/>
                    <a:pt x="417" y="1167"/>
                  </a:cubicBezTo>
                  <a:lnTo>
                    <a:pt x="417" y="203"/>
                  </a:lnTo>
                  <a:cubicBezTo>
                    <a:pt x="429" y="96"/>
                    <a:pt x="322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170;p74">
              <a:extLst>
                <a:ext uri="{FF2B5EF4-FFF2-40B4-BE49-F238E27FC236}">
                  <a16:creationId xmlns:a16="http://schemas.microsoft.com/office/drawing/2014/main" id="{B31B4E71-96A3-44B1-8FF8-D2A960AB3C84}"/>
                </a:ext>
              </a:extLst>
            </p:cNvPr>
            <p:cNvSpPr/>
            <p:nvPr/>
          </p:nvSpPr>
          <p:spPr>
            <a:xfrm>
              <a:off x="5929572" y="2620408"/>
              <a:ext cx="45313" cy="45716"/>
            </a:xfrm>
            <a:custGeom>
              <a:avLst/>
              <a:gdLst/>
              <a:ahLst/>
              <a:cxnLst/>
              <a:rect l="l" t="t" r="r" b="b"/>
              <a:pathLst>
                <a:path w="1453" h="1466" extrusionOk="0">
                  <a:moveTo>
                    <a:pt x="726" y="429"/>
                  </a:moveTo>
                  <a:cubicBezTo>
                    <a:pt x="893" y="429"/>
                    <a:pt x="1024" y="572"/>
                    <a:pt x="1024" y="727"/>
                  </a:cubicBezTo>
                  <a:cubicBezTo>
                    <a:pt x="1024" y="894"/>
                    <a:pt x="893" y="1025"/>
                    <a:pt x="726" y="1025"/>
                  </a:cubicBezTo>
                  <a:cubicBezTo>
                    <a:pt x="560" y="1025"/>
                    <a:pt x="429" y="894"/>
                    <a:pt x="429" y="727"/>
                  </a:cubicBezTo>
                  <a:cubicBezTo>
                    <a:pt x="429" y="572"/>
                    <a:pt x="560" y="429"/>
                    <a:pt x="726" y="429"/>
                  </a:cubicBezTo>
                  <a:close/>
                  <a:moveTo>
                    <a:pt x="726" y="1"/>
                  </a:moveTo>
                  <a:cubicBezTo>
                    <a:pt x="321" y="1"/>
                    <a:pt x="0" y="334"/>
                    <a:pt x="0" y="727"/>
                  </a:cubicBezTo>
                  <a:cubicBezTo>
                    <a:pt x="12" y="1132"/>
                    <a:pt x="321" y="1465"/>
                    <a:pt x="726" y="1465"/>
                  </a:cubicBezTo>
                  <a:cubicBezTo>
                    <a:pt x="1131" y="1465"/>
                    <a:pt x="1453" y="1132"/>
                    <a:pt x="1453" y="727"/>
                  </a:cubicBezTo>
                  <a:cubicBezTo>
                    <a:pt x="1453" y="334"/>
                    <a:pt x="1131" y="1"/>
                    <a:pt x="7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171;p74">
              <a:extLst>
                <a:ext uri="{FF2B5EF4-FFF2-40B4-BE49-F238E27FC236}">
                  <a16:creationId xmlns:a16="http://schemas.microsoft.com/office/drawing/2014/main" id="{48DB55AD-A873-403F-828D-37A0C7ABD17A}"/>
                </a:ext>
              </a:extLst>
            </p:cNvPr>
            <p:cNvSpPr/>
            <p:nvPr/>
          </p:nvSpPr>
          <p:spPr>
            <a:xfrm>
              <a:off x="5702362" y="2621531"/>
              <a:ext cx="13753" cy="43098"/>
            </a:xfrm>
            <a:custGeom>
              <a:avLst/>
              <a:gdLst/>
              <a:ahLst/>
              <a:cxnLst/>
              <a:rect l="l" t="t" r="r" b="b"/>
              <a:pathLst>
                <a:path w="441" h="1382" extrusionOk="0">
                  <a:moveTo>
                    <a:pt x="215" y="0"/>
                  </a:moveTo>
                  <a:cubicBezTo>
                    <a:pt x="96" y="0"/>
                    <a:pt x="0" y="84"/>
                    <a:pt x="0" y="203"/>
                  </a:cubicBezTo>
                  <a:lnTo>
                    <a:pt x="0" y="1167"/>
                  </a:lnTo>
                  <a:cubicBezTo>
                    <a:pt x="0" y="1286"/>
                    <a:pt x="96" y="1382"/>
                    <a:pt x="215" y="1382"/>
                  </a:cubicBezTo>
                  <a:cubicBezTo>
                    <a:pt x="334" y="1382"/>
                    <a:pt x="429" y="1286"/>
                    <a:pt x="429" y="1167"/>
                  </a:cubicBezTo>
                  <a:lnTo>
                    <a:pt x="429" y="203"/>
                  </a:lnTo>
                  <a:cubicBezTo>
                    <a:pt x="441" y="96"/>
                    <a:pt x="33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172;p74">
              <a:extLst>
                <a:ext uri="{FF2B5EF4-FFF2-40B4-BE49-F238E27FC236}">
                  <a16:creationId xmlns:a16="http://schemas.microsoft.com/office/drawing/2014/main" id="{81F7793A-EA4D-481D-9FD3-201F2ADE0AA5}"/>
                </a:ext>
              </a:extLst>
            </p:cNvPr>
            <p:cNvSpPr/>
            <p:nvPr/>
          </p:nvSpPr>
          <p:spPr>
            <a:xfrm>
              <a:off x="5726126" y="2621531"/>
              <a:ext cx="13035" cy="43098"/>
            </a:xfrm>
            <a:custGeom>
              <a:avLst/>
              <a:gdLst/>
              <a:ahLst/>
              <a:cxnLst/>
              <a:rect l="l" t="t" r="r" b="b"/>
              <a:pathLst>
                <a:path w="418" h="1382" extrusionOk="0">
                  <a:moveTo>
                    <a:pt x="215" y="0"/>
                  </a:moveTo>
                  <a:cubicBezTo>
                    <a:pt x="96" y="0"/>
                    <a:pt x="0" y="84"/>
                    <a:pt x="0" y="203"/>
                  </a:cubicBezTo>
                  <a:lnTo>
                    <a:pt x="0" y="1167"/>
                  </a:lnTo>
                  <a:cubicBezTo>
                    <a:pt x="0" y="1286"/>
                    <a:pt x="96" y="1382"/>
                    <a:pt x="215" y="1382"/>
                  </a:cubicBezTo>
                  <a:cubicBezTo>
                    <a:pt x="334" y="1382"/>
                    <a:pt x="417" y="1286"/>
                    <a:pt x="417" y="1167"/>
                  </a:cubicBezTo>
                  <a:lnTo>
                    <a:pt x="417" y="203"/>
                  </a:lnTo>
                  <a:cubicBezTo>
                    <a:pt x="417" y="96"/>
                    <a:pt x="334" y="0"/>
                    <a:pt x="2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173;p74">
              <a:extLst>
                <a:ext uri="{FF2B5EF4-FFF2-40B4-BE49-F238E27FC236}">
                  <a16:creationId xmlns:a16="http://schemas.microsoft.com/office/drawing/2014/main" id="{CE735040-BDED-4CDD-BA89-EC24C36581D5}"/>
                </a:ext>
              </a:extLst>
            </p:cNvPr>
            <p:cNvSpPr/>
            <p:nvPr/>
          </p:nvSpPr>
          <p:spPr>
            <a:xfrm>
              <a:off x="5749514" y="2621531"/>
              <a:ext cx="13410" cy="43098"/>
            </a:xfrm>
            <a:custGeom>
              <a:avLst/>
              <a:gdLst/>
              <a:ahLst/>
              <a:cxnLst/>
              <a:rect l="l" t="t" r="r" b="b"/>
              <a:pathLst>
                <a:path w="430" h="1382" extrusionOk="0">
                  <a:moveTo>
                    <a:pt x="203" y="0"/>
                  </a:moveTo>
                  <a:cubicBezTo>
                    <a:pt x="84" y="0"/>
                    <a:pt x="0" y="84"/>
                    <a:pt x="0" y="203"/>
                  </a:cubicBezTo>
                  <a:lnTo>
                    <a:pt x="0" y="1167"/>
                  </a:lnTo>
                  <a:cubicBezTo>
                    <a:pt x="0" y="1286"/>
                    <a:pt x="84" y="1382"/>
                    <a:pt x="203" y="1382"/>
                  </a:cubicBezTo>
                  <a:cubicBezTo>
                    <a:pt x="322" y="1382"/>
                    <a:pt x="417" y="1286"/>
                    <a:pt x="417" y="1167"/>
                  </a:cubicBezTo>
                  <a:lnTo>
                    <a:pt x="417" y="203"/>
                  </a:lnTo>
                  <a:cubicBezTo>
                    <a:pt x="429" y="96"/>
                    <a:pt x="322" y="0"/>
                    <a:pt x="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174;p74">
              <a:extLst>
                <a:ext uri="{FF2B5EF4-FFF2-40B4-BE49-F238E27FC236}">
                  <a16:creationId xmlns:a16="http://schemas.microsoft.com/office/drawing/2014/main" id="{E93E3885-D889-4B1E-8B64-4FD214E32DBD}"/>
                </a:ext>
              </a:extLst>
            </p:cNvPr>
            <p:cNvSpPr/>
            <p:nvPr/>
          </p:nvSpPr>
          <p:spPr>
            <a:xfrm>
              <a:off x="5776615" y="2636749"/>
              <a:ext cx="143734" cy="13035"/>
            </a:xfrm>
            <a:custGeom>
              <a:avLst/>
              <a:gdLst/>
              <a:ahLst/>
              <a:cxnLst/>
              <a:rect l="l" t="t" r="r" b="b"/>
              <a:pathLst>
                <a:path w="4609" h="418" extrusionOk="0">
                  <a:moveTo>
                    <a:pt x="215" y="1"/>
                  </a:moveTo>
                  <a:cubicBezTo>
                    <a:pt x="96" y="1"/>
                    <a:pt x="1" y="84"/>
                    <a:pt x="1" y="203"/>
                  </a:cubicBezTo>
                  <a:cubicBezTo>
                    <a:pt x="1" y="322"/>
                    <a:pt x="96" y="417"/>
                    <a:pt x="215" y="417"/>
                  </a:cubicBezTo>
                  <a:lnTo>
                    <a:pt x="4394" y="417"/>
                  </a:lnTo>
                  <a:cubicBezTo>
                    <a:pt x="4501" y="417"/>
                    <a:pt x="4608" y="322"/>
                    <a:pt x="4608" y="203"/>
                  </a:cubicBezTo>
                  <a:cubicBezTo>
                    <a:pt x="4608" y="84"/>
                    <a:pt x="4513" y="1"/>
                    <a:pt x="43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175;p74">
              <a:extLst>
                <a:ext uri="{FF2B5EF4-FFF2-40B4-BE49-F238E27FC236}">
                  <a16:creationId xmlns:a16="http://schemas.microsoft.com/office/drawing/2014/main" id="{668E4CCD-2BC6-4BCE-A2D4-8DCDC4E6D388}"/>
                </a:ext>
              </a:extLst>
            </p:cNvPr>
            <p:cNvSpPr/>
            <p:nvPr/>
          </p:nvSpPr>
          <p:spPr>
            <a:xfrm>
              <a:off x="5878342" y="2542071"/>
              <a:ext cx="42006" cy="13035"/>
            </a:xfrm>
            <a:custGeom>
              <a:avLst/>
              <a:gdLst/>
              <a:ahLst/>
              <a:cxnLst/>
              <a:rect l="l" t="t" r="r" b="b"/>
              <a:pathLst>
                <a:path w="1347" h="418" extrusionOk="0">
                  <a:moveTo>
                    <a:pt x="215" y="0"/>
                  </a:moveTo>
                  <a:cubicBezTo>
                    <a:pt x="96" y="0"/>
                    <a:pt x="1" y="84"/>
                    <a:pt x="1" y="203"/>
                  </a:cubicBezTo>
                  <a:cubicBezTo>
                    <a:pt x="1" y="322"/>
                    <a:pt x="96" y="417"/>
                    <a:pt x="215" y="417"/>
                  </a:cubicBezTo>
                  <a:lnTo>
                    <a:pt x="1120" y="417"/>
                  </a:lnTo>
                  <a:cubicBezTo>
                    <a:pt x="1239" y="417"/>
                    <a:pt x="1334" y="322"/>
                    <a:pt x="1334" y="203"/>
                  </a:cubicBezTo>
                  <a:cubicBezTo>
                    <a:pt x="1346" y="84"/>
                    <a:pt x="1239" y="0"/>
                    <a:pt x="1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176;p74">
              <a:extLst>
                <a:ext uri="{FF2B5EF4-FFF2-40B4-BE49-F238E27FC236}">
                  <a16:creationId xmlns:a16="http://schemas.microsoft.com/office/drawing/2014/main" id="{DE06FFF3-8991-4A29-8E42-5D4CB224FD7B}"/>
                </a:ext>
              </a:extLst>
            </p:cNvPr>
            <p:cNvSpPr/>
            <p:nvPr/>
          </p:nvSpPr>
          <p:spPr>
            <a:xfrm>
              <a:off x="5776241" y="2542071"/>
              <a:ext cx="86165" cy="13035"/>
            </a:xfrm>
            <a:custGeom>
              <a:avLst/>
              <a:gdLst/>
              <a:ahLst/>
              <a:cxnLst/>
              <a:rect l="l" t="t" r="r" b="b"/>
              <a:pathLst>
                <a:path w="2763" h="418" extrusionOk="0">
                  <a:moveTo>
                    <a:pt x="215" y="0"/>
                  </a:moveTo>
                  <a:cubicBezTo>
                    <a:pt x="96" y="0"/>
                    <a:pt x="1" y="84"/>
                    <a:pt x="1" y="203"/>
                  </a:cubicBezTo>
                  <a:cubicBezTo>
                    <a:pt x="1" y="322"/>
                    <a:pt x="96" y="417"/>
                    <a:pt x="215" y="417"/>
                  </a:cubicBezTo>
                  <a:lnTo>
                    <a:pt x="2549" y="417"/>
                  </a:lnTo>
                  <a:cubicBezTo>
                    <a:pt x="2668" y="417"/>
                    <a:pt x="2763" y="322"/>
                    <a:pt x="2763" y="203"/>
                  </a:cubicBezTo>
                  <a:cubicBezTo>
                    <a:pt x="2751" y="84"/>
                    <a:pt x="2668" y="0"/>
                    <a:pt x="25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177;p74">
              <a:extLst>
                <a:ext uri="{FF2B5EF4-FFF2-40B4-BE49-F238E27FC236}">
                  <a16:creationId xmlns:a16="http://schemas.microsoft.com/office/drawing/2014/main" id="{E9805399-83B6-4350-90FA-38C1C0564166}"/>
                </a:ext>
              </a:extLst>
            </p:cNvPr>
            <p:cNvSpPr/>
            <p:nvPr/>
          </p:nvSpPr>
          <p:spPr>
            <a:xfrm>
              <a:off x="5635871" y="2303695"/>
              <a:ext cx="401762" cy="457480"/>
            </a:xfrm>
            <a:custGeom>
              <a:avLst/>
              <a:gdLst/>
              <a:ahLst/>
              <a:cxnLst/>
              <a:rect l="l" t="t" r="r" b="b"/>
              <a:pathLst>
                <a:path w="12883" h="14670" extrusionOk="0">
                  <a:moveTo>
                    <a:pt x="11418" y="3525"/>
                  </a:moveTo>
                  <a:cubicBezTo>
                    <a:pt x="11537" y="3525"/>
                    <a:pt x="11633" y="3608"/>
                    <a:pt x="11633" y="3727"/>
                  </a:cubicBezTo>
                  <a:lnTo>
                    <a:pt x="11633" y="5906"/>
                  </a:lnTo>
                  <a:cubicBezTo>
                    <a:pt x="11633" y="6025"/>
                    <a:pt x="11549" y="6109"/>
                    <a:pt x="11418" y="6109"/>
                  </a:cubicBezTo>
                  <a:lnTo>
                    <a:pt x="1405" y="6109"/>
                  </a:lnTo>
                  <a:cubicBezTo>
                    <a:pt x="1286" y="6109"/>
                    <a:pt x="1203" y="6025"/>
                    <a:pt x="1203" y="5906"/>
                  </a:cubicBezTo>
                  <a:lnTo>
                    <a:pt x="1203" y="3727"/>
                  </a:lnTo>
                  <a:lnTo>
                    <a:pt x="1215" y="3727"/>
                  </a:lnTo>
                  <a:cubicBezTo>
                    <a:pt x="1215" y="3608"/>
                    <a:pt x="1298" y="3525"/>
                    <a:pt x="1429" y="3525"/>
                  </a:cubicBezTo>
                  <a:lnTo>
                    <a:pt x="3584" y="3525"/>
                  </a:lnTo>
                  <a:cubicBezTo>
                    <a:pt x="3846" y="4847"/>
                    <a:pt x="5025" y="5847"/>
                    <a:pt x="6430" y="5847"/>
                  </a:cubicBezTo>
                  <a:cubicBezTo>
                    <a:pt x="7823" y="5847"/>
                    <a:pt x="9001" y="4847"/>
                    <a:pt x="9263" y="3525"/>
                  </a:cubicBezTo>
                  <a:close/>
                  <a:moveTo>
                    <a:pt x="11454" y="6561"/>
                  </a:moveTo>
                  <a:cubicBezTo>
                    <a:pt x="11573" y="6561"/>
                    <a:pt x="11668" y="6644"/>
                    <a:pt x="11668" y="6763"/>
                  </a:cubicBezTo>
                  <a:lnTo>
                    <a:pt x="11668" y="8942"/>
                  </a:lnTo>
                  <a:cubicBezTo>
                    <a:pt x="11668" y="9061"/>
                    <a:pt x="11573" y="9145"/>
                    <a:pt x="11454" y="9145"/>
                  </a:cubicBezTo>
                  <a:lnTo>
                    <a:pt x="1441" y="9145"/>
                  </a:lnTo>
                  <a:lnTo>
                    <a:pt x="1441" y="9157"/>
                  </a:lnTo>
                  <a:cubicBezTo>
                    <a:pt x="1322" y="9157"/>
                    <a:pt x="1227" y="9073"/>
                    <a:pt x="1227" y="8954"/>
                  </a:cubicBezTo>
                  <a:lnTo>
                    <a:pt x="1227" y="6763"/>
                  </a:lnTo>
                  <a:cubicBezTo>
                    <a:pt x="1227" y="6644"/>
                    <a:pt x="1322" y="6561"/>
                    <a:pt x="1441" y="6561"/>
                  </a:cubicBezTo>
                  <a:close/>
                  <a:moveTo>
                    <a:pt x="11442" y="9597"/>
                  </a:moveTo>
                  <a:cubicBezTo>
                    <a:pt x="11561" y="9597"/>
                    <a:pt x="11644" y="9680"/>
                    <a:pt x="11644" y="9800"/>
                  </a:cubicBezTo>
                  <a:lnTo>
                    <a:pt x="11644" y="11978"/>
                  </a:lnTo>
                  <a:cubicBezTo>
                    <a:pt x="11644" y="12097"/>
                    <a:pt x="11561" y="12181"/>
                    <a:pt x="11442" y="12181"/>
                  </a:cubicBezTo>
                  <a:lnTo>
                    <a:pt x="1429" y="12181"/>
                  </a:lnTo>
                  <a:cubicBezTo>
                    <a:pt x="1423" y="12181"/>
                    <a:pt x="1417" y="12182"/>
                    <a:pt x="1411" y="12182"/>
                  </a:cubicBezTo>
                  <a:cubicBezTo>
                    <a:pt x="1310" y="12182"/>
                    <a:pt x="1215" y="12091"/>
                    <a:pt x="1215" y="11978"/>
                  </a:cubicBezTo>
                  <a:lnTo>
                    <a:pt x="1215" y="9800"/>
                  </a:lnTo>
                  <a:cubicBezTo>
                    <a:pt x="1215" y="9680"/>
                    <a:pt x="1298" y="9597"/>
                    <a:pt x="1429" y="9597"/>
                  </a:cubicBezTo>
                  <a:close/>
                  <a:moveTo>
                    <a:pt x="6727" y="12609"/>
                  </a:moveTo>
                  <a:lnTo>
                    <a:pt x="6727" y="13240"/>
                  </a:lnTo>
                  <a:lnTo>
                    <a:pt x="6156" y="13240"/>
                  </a:lnTo>
                  <a:lnTo>
                    <a:pt x="6156" y="12609"/>
                  </a:lnTo>
                  <a:close/>
                  <a:moveTo>
                    <a:pt x="6453" y="1"/>
                  </a:moveTo>
                  <a:cubicBezTo>
                    <a:pt x="5787" y="1"/>
                    <a:pt x="5132" y="251"/>
                    <a:pt x="4608" y="679"/>
                  </a:cubicBezTo>
                  <a:cubicBezTo>
                    <a:pt x="4525" y="751"/>
                    <a:pt x="4501" y="882"/>
                    <a:pt x="4584" y="977"/>
                  </a:cubicBezTo>
                  <a:cubicBezTo>
                    <a:pt x="4624" y="1023"/>
                    <a:pt x="4682" y="1048"/>
                    <a:pt x="4743" y="1048"/>
                  </a:cubicBezTo>
                  <a:cubicBezTo>
                    <a:pt x="4790" y="1048"/>
                    <a:pt x="4840" y="1032"/>
                    <a:pt x="4882" y="1001"/>
                  </a:cubicBezTo>
                  <a:cubicBezTo>
                    <a:pt x="5322" y="632"/>
                    <a:pt x="5870" y="441"/>
                    <a:pt x="6453" y="441"/>
                  </a:cubicBezTo>
                  <a:cubicBezTo>
                    <a:pt x="7823" y="441"/>
                    <a:pt x="8942" y="1548"/>
                    <a:pt x="8942" y="2918"/>
                  </a:cubicBezTo>
                  <a:cubicBezTo>
                    <a:pt x="8942" y="4287"/>
                    <a:pt x="7823" y="5406"/>
                    <a:pt x="6453" y="5406"/>
                  </a:cubicBezTo>
                  <a:cubicBezTo>
                    <a:pt x="5084" y="5406"/>
                    <a:pt x="3965" y="4287"/>
                    <a:pt x="3965" y="2918"/>
                  </a:cubicBezTo>
                  <a:cubicBezTo>
                    <a:pt x="3965" y="2465"/>
                    <a:pt x="4108" y="2001"/>
                    <a:pt x="4346" y="1608"/>
                  </a:cubicBezTo>
                  <a:cubicBezTo>
                    <a:pt x="4405" y="1513"/>
                    <a:pt x="4370" y="1370"/>
                    <a:pt x="4263" y="1310"/>
                  </a:cubicBezTo>
                  <a:cubicBezTo>
                    <a:pt x="4228" y="1291"/>
                    <a:pt x="4190" y="1282"/>
                    <a:pt x="4154" y="1282"/>
                  </a:cubicBezTo>
                  <a:cubicBezTo>
                    <a:pt x="4078" y="1282"/>
                    <a:pt x="4005" y="1321"/>
                    <a:pt x="3965" y="1394"/>
                  </a:cubicBezTo>
                  <a:cubicBezTo>
                    <a:pt x="3679" y="1846"/>
                    <a:pt x="3524" y="2382"/>
                    <a:pt x="3524" y="2918"/>
                  </a:cubicBezTo>
                  <a:lnTo>
                    <a:pt x="3524" y="3084"/>
                  </a:lnTo>
                  <a:lnTo>
                    <a:pt x="1429" y="3084"/>
                  </a:lnTo>
                  <a:cubicBezTo>
                    <a:pt x="1072" y="3084"/>
                    <a:pt x="786" y="3370"/>
                    <a:pt x="786" y="3727"/>
                  </a:cubicBezTo>
                  <a:lnTo>
                    <a:pt x="786" y="5906"/>
                  </a:lnTo>
                  <a:cubicBezTo>
                    <a:pt x="786" y="6061"/>
                    <a:pt x="846" y="6216"/>
                    <a:pt x="953" y="6335"/>
                  </a:cubicBezTo>
                  <a:cubicBezTo>
                    <a:pt x="846" y="6454"/>
                    <a:pt x="786" y="6597"/>
                    <a:pt x="786" y="6763"/>
                  </a:cubicBezTo>
                  <a:lnTo>
                    <a:pt x="786" y="8942"/>
                  </a:lnTo>
                  <a:cubicBezTo>
                    <a:pt x="786" y="9097"/>
                    <a:pt x="846" y="9252"/>
                    <a:pt x="953" y="9371"/>
                  </a:cubicBezTo>
                  <a:cubicBezTo>
                    <a:pt x="846" y="9490"/>
                    <a:pt x="786" y="9633"/>
                    <a:pt x="786" y="9800"/>
                  </a:cubicBezTo>
                  <a:lnTo>
                    <a:pt x="786" y="11978"/>
                  </a:lnTo>
                  <a:cubicBezTo>
                    <a:pt x="786" y="12336"/>
                    <a:pt x="1072" y="12609"/>
                    <a:pt x="1429" y="12609"/>
                  </a:cubicBezTo>
                  <a:lnTo>
                    <a:pt x="5727" y="12609"/>
                  </a:lnTo>
                  <a:lnTo>
                    <a:pt x="5727" y="13240"/>
                  </a:lnTo>
                  <a:lnTo>
                    <a:pt x="715" y="13240"/>
                  </a:lnTo>
                  <a:cubicBezTo>
                    <a:pt x="310" y="13240"/>
                    <a:pt x="0" y="13562"/>
                    <a:pt x="0" y="13955"/>
                  </a:cubicBezTo>
                  <a:cubicBezTo>
                    <a:pt x="0" y="14360"/>
                    <a:pt x="322" y="14669"/>
                    <a:pt x="715" y="14669"/>
                  </a:cubicBezTo>
                  <a:lnTo>
                    <a:pt x="12156" y="14669"/>
                  </a:lnTo>
                  <a:cubicBezTo>
                    <a:pt x="12561" y="14669"/>
                    <a:pt x="12871" y="14336"/>
                    <a:pt x="12871" y="13955"/>
                  </a:cubicBezTo>
                  <a:cubicBezTo>
                    <a:pt x="12883" y="13562"/>
                    <a:pt x="12573" y="13240"/>
                    <a:pt x="12168" y="13240"/>
                  </a:cubicBezTo>
                  <a:lnTo>
                    <a:pt x="10097" y="13240"/>
                  </a:lnTo>
                  <a:cubicBezTo>
                    <a:pt x="9978" y="13240"/>
                    <a:pt x="9894" y="13324"/>
                    <a:pt x="9894" y="13443"/>
                  </a:cubicBezTo>
                  <a:cubicBezTo>
                    <a:pt x="9894" y="13562"/>
                    <a:pt x="9978" y="13657"/>
                    <a:pt x="10097" y="13657"/>
                  </a:cubicBezTo>
                  <a:lnTo>
                    <a:pt x="12168" y="13657"/>
                  </a:lnTo>
                  <a:cubicBezTo>
                    <a:pt x="12335" y="13657"/>
                    <a:pt x="12454" y="13788"/>
                    <a:pt x="12454" y="13931"/>
                  </a:cubicBezTo>
                  <a:cubicBezTo>
                    <a:pt x="12454" y="14098"/>
                    <a:pt x="12323" y="14217"/>
                    <a:pt x="12168" y="14217"/>
                  </a:cubicBezTo>
                  <a:lnTo>
                    <a:pt x="726" y="14217"/>
                  </a:lnTo>
                  <a:cubicBezTo>
                    <a:pt x="560" y="14217"/>
                    <a:pt x="441" y="14086"/>
                    <a:pt x="441" y="13931"/>
                  </a:cubicBezTo>
                  <a:cubicBezTo>
                    <a:pt x="441" y="13776"/>
                    <a:pt x="572" y="13657"/>
                    <a:pt x="726" y="13657"/>
                  </a:cubicBezTo>
                  <a:lnTo>
                    <a:pt x="9180" y="13657"/>
                  </a:lnTo>
                  <a:cubicBezTo>
                    <a:pt x="9299" y="13657"/>
                    <a:pt x="9382" y="13562"/>
                    <a:pt x="9382" y="13443"/>
                  </a:cubicBezTo>
                  <a:cubicBezTo>
                    <a:pt x="9382" y="13324"/>
                    <a:pt x="9299" y="13240"/>
                    <a:pt x="9180" y="13240"/>
                  </a:cubicBezTo>
                  <a:lnTo>
                    <a:pt x="7168" y="13240"/>
                  </a:lnTo>
                  <a:lnTo>
                    <a:pt x="7168" y="12609"/>
                  </a:lnTo>
                  <a:lnTo>
                    <a:pt x="11466" y="12609"/>
                  </a:lnTo>
                  <a:cubicBezTo>
                    <a:pt x="11823" y="12609"/>
                    <a:pt x="12109" y="12336"/>
                    <a:pt x="12109" y="11978"/>
                  </a:cubicBezTo>
                  <a:lnTo>
                    <a:pt x="12109" y="9800"/>
                  </a:lnTo>
                  <a:cubicBezTo>
                    <a:pt x="12109" y="9633"/>
                    <a:pt x="12049" y="9490"/>
                    <a:pt x="11942" y="9371"/>
                  </a:cubicBezTo>
                  <a:cubicBezTo>
                    <a:pt x="12049" y="9252"/>
                    <a:pt x="12109" y="9097"/>
                    <a:pt x="12109" y="8942"/>
                  </a:cubicBezTo>
                  <a:lnTo>
                    <a:pt x="12109" y="6763"/>
                  </a:lnTo>
                  <a:cubicBezTo>
                    <a:pt x="12109" y="6597"/>
                    <a:pt x="12049" y="6454"/>
                    <a:pt x="11942" y="6335"/>
                  </a:cubicBezTo>
                  <a:cubicBezTo>
                    <a:pt x="12049" y="6216"/>
                    <a:pt x="12109" y="6061"/>
                    <a:pt x="12109" y="5906"/>
                  </a:cubicBezTo>
                  <a:lnTo>
                    <a:pt x="12109" y="3727"/>
                  </a:lnTo>
                  <a:cubicBezTo>
                    <a:pt x="12109" y="3370"/>
                    <a:pt x="11823" y="3084"/>
                    <a:pt x="11466" y="3084"/>
                  </a:cubicBezTo>
                  <a:lnTo>
                    <a:pt x="9370" y="3084"/>
                  </a:lnTo>
                  <a:lnTo>
                    <a:pt x="9370" y="2930"/>
                  </a:lnTo>
                  <a:cubicBezTo>
                    <a:pt x="9370" y="1310"/>
                    <a:pt x="8061" y="1"/>
                    <a:pt x="6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178;p74">
              <a:extLst>
                <a:ext uri="{FF2B5EF4-FFF2-40B4-BE49-F238E27FC236}">
                  <a16:creationId xmlns:a16="http://schemas.microsoft.com/office/drawing/2014/main" id="{01984920-E979-4FBA-8893-5E14D8124D2A}"/>
                </a:ext>
              </a:extLst>
            </p:cNvPr>
            <p:cNvSpPr/>
            <p:nvPr/>
          </p:nvSpPr>
          <p:spPr>
            <a:xfrm>
              <a:off x="5794036" y="2330417"/>
              <a:ext cx="85417" cy="128886"/>
            </a:xfrm>
            <a:custGeom>
              <a:avLst/>
              <a:gdLst/>
              <a:ahLst/>
              <a:cxnLst/>
              <a:rect l="l" t="t" r="r" b="b"/>
              <a:pathLst>
                <a:path w="2739" h="4133" extrusionOk="0">
                  <a:moveTo>
                    <a:pt x="1369" y="430"/>
                  </a:moveTo>
                  <a:cubicBezTo>
                    <a:pt x="1679" y="430"/>
                    <a:pt x="1953" y="680"/>
                    <a:pt x="1953" y="1013"/>
                  </a:cubicBezTo>
                  <a:lnTo>
                    <a:pt x="1953" y="1215"/>
                  </a:lnTo>
                  <a:lnTo>
                    <a:pt x="798" y="1215"/>
                  </a:lnTo>
                  <a:lnTo>
                    <a:pt x="798" y="1013"/>
                  </a:lnTo>
                  <a:cubicBezTo>
                    <a:pt x="798" y="703"/>
                    <a:pt x="1060" y="430"/>
                    <a:pt x="1369" y="430"/>
                  </a:cubicBezTo>
                  <a:close/>
                  <a:moveTo>
                    <a:pt x="2310" y="1632"/>
                  </a:moveTo>
                  <a:lnTo>
                    <a:pt x="2310" y="2763"/>
                  </a:lnTo>
                  <a:cubicBezTo>
                    <a:pt x="2310" y="3287"/>
                    <a:pt x="1893" y="3704"/>
                    <a:pt x="1369" y="3704"/>
                  </a:cubicBezTo>
                  <a:cubicBezTo>
                    <a:pt x="846" y="3704"/>
                    <a:pt x="429" y="3287"/>
                    <a:pt x="429" y="2763"/>
                  </a:cubicBezTo>
                  <a:lnTo>
                    <a:pt x="429" y="1632"/>
                  </a:lnTo>
                  <a:close/>
                  <a:moveTo>
                    <a:pt x="1369" y="1"/>
                  </a:moveTo>
                  <a:cubicBezTo>
                    <a:pt x="822" y="1"/>
                    <a:pt x="357" y="441"/>
                    <a:pt x="357" y="1013"/>
                  </a:cubicBezTo>
                  <a:lnTo>
                    <a:pt x="357" y="1215"/>
                  </a:lnTo>
                  <a:cubicBezTo>
                    <a:pt x="143" y="1239"/>
                    <a:pt x="0" y="1418"/>
                    <a:pt x="0" y="1620"/>
                  </a:cubicBezTo>
                  <a:lnTo>
                    <a:pt x="0" y="2763"/>
                  </a:lnTo>
                  <a:cubicBezTo>
                    <a:pt x="0" y="3525"/>
                    <a:pt x="607" y="4132"/>
                    <a:pt x="1369" y="4132"/>
                  </a:cubicBezTo>
                  <a:cubicBezTo>
                    <a:pt x="2131" y="4132"/>
                    <a:pt x="2739" y="3525"/>
                    <a:pt x="2739" y="2763"/>
                  </a:cubicBezTo>
                  <a:lnTo>
                    <a:pt x="2739" y="1620"/>
                  </a:lnTo>
                  <a:cubicBezTo>
                    <a:pt x="2739" y="1418"/>
                    <a:pt x="2572" y="1227"/>
                    <a:pt x="2381" y="1215"/>
                  </a:cubicBezTo>
                  <a:lnTo>
                    <a:pt x="2381" y="1013"/>
                  </a:lnTo>
                  <a:cubicBezTo>
                    <a:pt x="2381" y="453"/>
                    <a:pt x="1929" y="1"/>
                    <a:pt x="13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179;p74">
              <a:extLst>
                <a:ext uri="{FF2B5EF4-FFF2-40B4-BE49-F238E27FC236}">
                  <a16:creationId xmlns:a16="http://schemas.microsoft.com/office/drawing/2014/main" id="{2F384B0B-7E2B-421C-B7F6-17E9C6FCBE43}"/>
                </a:ext>
              </a:extLst>
            </p:cNvPr>
            <p:cNvSpPr/>
            <p:nvPr/>
          </p:nvSpPr>
          <p:spPr>
            <a:xfrm>
              <a:off x="5828101" y="2398675"/>
              <a:ext cx="16372" cy="25385"/>
            </a:xfrm>
            <a:custGeom>
              <a:avLst/>
              <a:gdLst/>
              <a:ahLst/>
              <a:cxnLst/>
              <a:rect l="l" t="t" r="r" b="b"/>
              <a:pathLst>
                <a:path w="525" h="814" extrusionOk="0">
                  <a:moveTo>
                    <a:pt x="250" y="1"/>
                  </a:moveTo>
                  <a:cubicBezTo>
                    <a:pt x="124" y="1"/>
                    <a:pt x="24" y="111"/>
                    <a:pt x="24" y="242"/>
                  </a:cubicBezTo>
                  <a:cubicBezTo>
                    <a:pt x="24" y="325"/>
                    <a:pt x="60" y="420"/>
                    <a:pt x="155" y="444"/>
                  </a:cubicBezTo>
                  <a:lnTo>
                    <a:pt x="24" y="754"/>
                  </a:lnTo>
                  <a:cubicBezTo>
                    <a:pt x="1" y="789"/>
                    <a:pt x="36" y="813"/>
                    <a:pt x="48" y="813"/>
                  </a:cubicBezTo>
                  <a:lnTo>
                    <a:pt x="477" y="813"/>
                  </a:lnTo>
                  <a:cubicBezTo>
                    <a:pt x="513" y="813"/>
                    <a:pt x="524" y="789"/>
                    <a:pt x="513" y="754"/>
                  </a:cubicBezTo>
                  <a:lnTo>
                    <a:pt x="394" y="456"/>
                  </a:lnTo>
                  <a:cubicBezTo>
                    <a:pt x="477" y="420"/>
                    <a:pt x="524" y="325"/>
                    <a:pt x="513" y="218"/>
                  </a:cubicBezTo>
                  <a:cubicBezTo>
                    <a:pt x="501" y="99"/>
                    <a:pt x="405" y="16"/>
                    <a:pt x="286" y="4"/>
                  </a:cubicBezTo>
                  <a:cubicBezTo>
                    <a:pt x="274" y="2"/>
                    <a:pt x="262" y="1"/>
                    <a:pt x="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" name="Google Shape;1237;p74">
            <a:extLst>
              <a:ext uri="{FF2B5EF4-FFF2-40B4-BE49-F238E27FC236}">
                <a16:creationId xmlns:a16="http://schemas.microsoft.com/office/drawing/2014/main" id="{BA6BF057-0341-4633-B0D0-07F9F21BFF7B}"/>
              </a:ext>
            </a:extLst>
          </p:cNvPr>
          <p:cNvGrpSpPr/>
          <p:nvPr/>
        </p:nvGrpSpPr>
        <p:grpSpPr>
          <a:xfrm>
            <a:off x="1075960" y="3193077"/>
            <a:ext cx="653012" cy="623505"/>
            <a:chOff x="7342111" y="1449075"/>
            <a:chExt cx="457484" cy="440395"/>
          </a:xfrm>
        </p:grpSpPr>
        <p:sp>
          <p:nvSpPr>
            <p:cNvPr id="156" name="Google Shape;1238;p74">
              <a:extLst>
                <a:ext uri="{FF2B5EF4-FFF2-40B4-BE49-F238E27FC236}">
                  <a16:creationId xmlns:a16="http://schemas.microsoft.com/office/drawing/2014/main" id="{749D872B-EADC-4D17-B0F7-0BA7C22447F8}"/>
                </a:ext>
              </a:extLst>
            </p:cNvPr>
            <p:cNvSpPr/>
            <p:nvPr/>
          </p:nvSpPr>
          <p:spPr>
            <a:xfrm>
              <a:off x="7351967" y="1463750"/>
              <a:ext cx="437815" cy="419561"/>
            </a:xfrm>
            <a:custGeom>
              <a:avLst/>
              <a:gdLst/>
              <a:ahLst/>
              <a:cxnLst/>
              <a:rect l="l" t="t" r="r" b="b"/>
              <a:pathLst>
                <a:path w="13716" h="13455" extrusionOk="0">
                  <a:moveTo>
                    <a:pt x="726" y="1"/>
                  </a:moveTo>
                  <a:cubicBezTo>
                    <a:pt x="488" y="1"/>
                    <a:pt x="298" y="191"/>
                    <a:pt x="298" y="429"/>
                  </a:cubicBezTo>
                  <a:lnTo>
                    <a:pt x="12" y="2775"/>
                  </a:lnTo>
                  <a:lnTo>
                    <a:pt x="12" y="13014"/>
                  </a:lnTo>
                  <a:lnTo>
                    <a:pt x="0" y="13014"/>
                  </a:lnTo>
                  <a:cubicBezTo>
                    <a:pt x="0" y="13252"/>
                    <a:pt x="191" y="13455"/>
                    <a:pt x="429" y="13455"/>
                  </a:cubicBezTo>
                  <a:lnTo>
                    <a:pt x="13287" y="13455"/>
                  </a:lnTo>
                  <a:cubicBezTo>
                    <a:pt x="13526" y="13455"/>
                    <a:pt x="13716" y="13252"/>
                    <a:pt x="13716" y="13014"/>
                  </a:cubicBezTo>
                  <a:lnTo>
                    <a:pt x="13716" y="429"/>
                  </a:lnTo>
                  <a:cubicBezTo>
                    <a:pt x="13716" y="191"/>
                    <a:pt x="13526" y="1"/>
                    <a:pt x="132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239;p74">
              <a:extLst>
                <a:ext uri="{FF2B5EF4-FFF2-40B4-BE49-F238E27FC236}">
                  <a16:creationId xmlns:a16="http://schemas.microsoft.com/office/drawing/2014/main" id="{BE7A060D-25E3-4523-BB75-F81C8E106B23}"/>
                </a:ext>
              </a:extLst>
            </p:cNvPr>
            <p:cNvSpPr/>
            <p:nvPr/>
          </p:nvSpPr>
          <p:spPr>
            <a:xfrm>
              <a:off x="7752786" y="1457620"/>
              <a:ext cx="40478" cy="426268"/>
            </a:xfrm>
            <a:custGeom>
              <a:avLst/>
              <a:gdLst/>
              <a:ahLst/>
              <a:cxnLst/>
              <a:rect l="l" t="t" r="r" b="b"/>
              <a:pathLst>
                <a:path w="1298" h="13669" extrusionOk="0">
                  <a:moveTo>
                    <a:pt x="0" y="1"/>
                  </a:moveTo>
                  <a:cubicBezTo>
                    <a:pt x="238" y="1"/>
                    <a:pt x="429" y="132"/>
                    <a:pt x="429" y="370"/>
                  </a:cubicBezTo>
                  <a:lnTo>
                    <a:pt x="429" y="13240"/>
                  </a:lnTo>
                  <a:cubicBezTo>
                    <a:pt x="429" y="13478"/>
                    <a:pt x="238" y="13669"/>
                    <a:pt x="0" y="13669"/>
                  </a:cubicBezTo>
                  <a:lnTo>
                    <a:pt x="869" y="13669"/>
                  </a:lnTo>
                  <a:cubicBezTo>
                    <a:pt x="1095" y="13669"/>
                    <a:pt x="1298" y="13478"/>
                    <a:pt x="1298" y="13240"/>
                  </a:cubicBezTo>
                  <a:lnTo>
                    <a:pt x="1298" y="3001"/>
                  </a:lnTo>
                  <a:lnTo>
                    <a:pt x="1012" y="370"/>
                  </a:lnTo>
                  <a:cubicBezTo>
                    <a:pt x="1000" y="132"/>
                    <a:pt x="810" y="1"/>
                    <a:pt x="572" y="1"/>
                  </a:cubicBezTo>
                  <a:close/>
                </a:path>
              </a:pathLst>
            </a:custGeom>
            <a:solidFill>
              <a:srgbClr val="3A3E5F">
                <a:alpha val="1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240;p74">
              <a:extLst>
                <a:ext uri="{FF2B5EF4-FFF2-40B4-BE49-F238E27FC236}">
                  <a16:creationId xmlns:a16="http://schemas.microsoft.com/office/drawing/2014/main" id="{26CC1198-13FB-4C75-838A-B6656402466F}"/>
                </a:ext>
              </a:extLst>
            </p:cNvPr>
            <p:cNvSpPr/>
            <p:nvPr/>
          </p:nvSpPr>
          <p:spPr>
            <a:xfrm>
              <a:off x="7493714" y="1637713"/>
              <a:ext cx="151154" cy="160790"/>
            </a:xfrm>
            <a:custGeom>
              <a:avLst/>
              <a:gdLst/>
              <a:ahLst/>
              <a:cxnLst/>
              <a:rect l="l" t="t" r="r" b="b"/>
              <a:pathLst>
                <a:path w="4847" h="5156" extrusionOk="0">
                  <a:moveTo>
                    <a:pt x="274" y="0"/>
                  </a:moveTo>
                  <a:cubicBezTo>
                    <a:pt x="131" y="0"/>
                    <a:pt x="0" y="119"/>
                    <a:pt x="0" y="274"/>
                  </a:cubicBezTo>
                  <a:lnTo>
                    <a:pt x="0" y="4882"/>
                  </a:lnTo>
                  <a:cubicBezTo>
                    <a:pt x="0" y="5025"/>
                    <a:pt x="119" y="5156"/>
                    <a:pt x="274" y="5156"/>
                  </a:cubicBezTo>
                  <a:lnTo>
                    <a:pt x="4560" y="5156"/>
                  </a:lnTo>
                  <a:cubicBezTo>
                    <a:pt x="4727" y="5156"/>
                    <a:pt x="4846" y="5025"/>
                    <a:pt x="4846" y="4882"/>
                  </a:cubicBezTo>
                  <a:lnTo>
                    <a:pt x="4846" y="274"/>
                  </a:lnTo>
                  <a:cubicBezTo>
                    <a:pt x="4846" y="131"/>
                    <a:pt x="4727" y="0"/>
                    <a:pt x="45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241;p74">
              <a:extLst>
                <a:ext uri="{FF2B5EF4-FFF2-40B4-BE49-F238E27FC236}">
                  <a16:creationId xmlns:a16="http://schemas.microsoft.com/office/drawing/2014/main" id="{FACF64CD-E96B-41A0-9DAC-D9B30CAE199F}"/>
                </a:ext>
              </a:extLst>
            </p:cNvPr>
            <p:cNvSpPr/>
            <p:nvPr/>
          </p:nvSpPr>
          <p:spPr>
            <a:xfrm>
              <a:off x="7622807" y="1636965"/>
              <a:ext cx="28254" cy="161164"/>
            </a:xfrm>
            <a:custGeom>
              <a:avLst/>
              <a:gdLst/>
              <a:ahLst/>
              <a:cxnLst/>
              <a:rect l="l" t="t" r="r" b="b"/>
              <a:pathLst>
                <a:path w="906" h="5168" extrusionOk="0">
                  <a:moveTo>
                    <a:pt x="1" y="0"/>
                  </a:moveTo>
                  <a:cubicBezTo>
                    <a:pt x="168" y="0"/>
                    <a:pt x="287" y="143"/>
                    <a:pt x="287" y="286"/>
                  </a:cubicBezTo>
                  <a:lnTo>
                    <a:pt x="287" y="4882"/>
                  </a:lnTo>
                  <a:cubicBezTo>
                    <a:pt x="287" y="5049"/>
                    <a:pt x="156" y="5168"/>
                    <a:pt x="1" y="5168"/>
                  </a:cubicBezTo>
                  <a:lnTo>
                    <a:pt x="632" y="5168"/>
                  </a:lnTo>
                  <a:cubicBezTo>
                    <a:pt x="787" y="5168"/>
                    <a:pt x="906" y="5037"/>
                    <a:pt x="906" y="4882"/>
                  </a:cubicBezTo>
                  <a:lnTo>
                    <a:pt x="906" y="286"/>
                  </a:lnTo>
                  <a:cubicBezTo>
                    <a:pt x="906" y="143"/>
                    <a:pt x="787" y="0"/>
                    <a:pt x="632" y="0"/>
                  </a:cubicBezTo>
                  <a:close/>
                </a:path>
              </a:pathLst>
            </a:custGeom>
            <a:solidFill>
              <a:srgbClr val="3A3E5F">
                <a:alpha val="1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242;p74">
              <a:extLst>
                <a:ext uri="{FF2B5EF4-FFF2-40B4-BE49-F238E27FC236}">
                  <a16:creationId xmlns:a16="http://schemas.microsoft.com/office/drawing/2014/main" id="{FA21F652-E3AE-4D5F-8749-0638D9B44D09}"/>
                </a:ext>
              </a:extLst>
            </p:cNvPr>
            <p:cNvSpPr/>
            <p:nvPr/>
          </p:nvSpPr>
          <p:spPr>
            <a:xfrm>
              <a:off x="7352633" y="1456154"/>
              <a:ext cx="432941" cy="95426"/>
            </a:xfrm>
            <a:custGeom>
              <a:avLst/>
              <a:gdLst/>
              <a:ahLst/>
              <a:cxnLst/>
              <a:rect l="l" t="t" r="r" b="b"/>
              <a:pathLst>
                <a:path w="13883" h="3060" extrusionOk="0">
                  <a:moveTo>
                    <a:pt x="429" y="0"/>
                  </a:moveTo>
                  <a:cubicBezTo>
                    <a:pt x="191" y="0"/>
                    <a:pt x="0" y="191"/>
                    <a:pt x="0" y="429"/>
                  </a:cubicBezTo>
                  <a:lnTo>
                    <a:pt x="0" y="3060"/>
                  </a:lnTo>
                  <a:lnTo>
                    <a:pt x="13883" y="3060"/>
                  </a:lnTo>
                  <a:lnTo>
                    <a:pt x="13883" y="429"/>
                  </a:lnTo>
                  <a:cubicBezTo>
                    <a:pt x="13883" y="179"/>
                    <a:pt x="13692" y="0"/>
                    <a:pt x="134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243;p74">
              <a:extLst>
                <a:ext uri="{FF2B5EF4-FFF2-40B4-BE49-F238E27FC236}">
                  <a16:creationId xmlns:a16="http://schemas.microsoft.com/office/drawing/2014/main" id="{8A83E756-8AA0-49B5-934B-7008C6A95373}"/>
                </a:ext>
              </a:extLst>
            </p:cNvPr>
            <p:cNvSpPr/>
            <p:nvPr/>
          </p:nvSpPr>
          <p:spPr>
            <a:xfrm>
              <a:off x="7752412" y="1456154"/>
              <a:ext cx="40478" cy="95426"/>
            </a:xfrm>
            <a:custGeom>
              <a:avLst/>
              <a:gdLst/>
              <a:ahLst/>
              <a:cxnLst/>
              <a:rect l="l" t="t" r="r" b="b"/>
              <a:pathLst>
                <a:path w="1298" h="3060" extrusionOk="0">
                  <a:moveTo>
                    <a:pt x="0" y="0"/>
                  </a:moveTo>
                  <a:cubicBezTo>
                    <a:pt x="238" y="0"/>
                    <a:pt x="429" y="191"/>
                    <a:pt x="429" y="429"/>
                  </a:cubicBezTo>
                  <a:lnTo>
                    <a:pt x="429" y="3060"/>
                  </a:lnTo>
                  <a:lnTo>
                    <a:pt x="1298" y="3060"/>
                  </a:lnTo>
                  <a:lnTo>
                    <a:pt x="1298" y="429"/>
                  </a:lnTo>
                  <a:cubicBezTo>
                    <a:pt x="1298" y="179"/>
                    <a:pt x="1096" y="0"/>
                    <a:pt x="857" y="0"/>
                  </a:cubicBezTo>
                  <a:close/>
                </a:path>
              </a:pathLst>
            </a:custGeom>
            <a:solidFill>
              <a:srgbClr val="3A3E5F">
                <a:alpha val="1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244;p74">
              <a:extLst>
                <a:ext uri="{FF2B5EF4-FFF2-40B4-BE49-F238E27FC236}">
                  <a16:creationId xmlns:a16="http://schemas.microsoft.com/office/drawing/2014/main" id="{B80BC3BA-344A-434B-9BF7-59F722131C7B}"/>
                </a:ext>
              </a:extLst>
            </p:cNvPr>
            <p:cNvSpPr/>
            <p:nvPr/>
          </p:nvSpPr>
          <p:spPr>
            <a:xfrm>
              <a:off x="7509574" y="1488368"/>
              <a:ext cx="30842" cy="30624"/>
            </a:xfrm>
            <a:custGeom>
              <a:avLst/>
              <a:gdLst/>
              <a:ahLst/>
              <a:cxnLst/>
              <a:rect l="l" t="t" r="r" b="b"/>
              <a:pathLst>
                <a:path w="989" h="982" extrusionOk="0">
                  <a:moveTo>
                    <a:pt x="433" y="1"/>
                  </a:moveTo>
                  <a:cubicBezTo>
                    <a:pt x="390" y="1"/>
                    <a:pt x="346" y="5"/>
                    <a:pt x="310" y="27"/>
                  </a:cubicBezTo>
                  <a:cubicBezTo>
                    <a:pt x="131" y="98"/>
                    <a:pt x="1" y="277"/>
                    <a:pt x="1" y="479"/>
                  </a:cubicBezTo>
                  <a:cubicBezTo>
                    <a:pt x="1" y="705"/>
                    <a:pt x="131" y="884"/>
                    <a:pt x="310" y="955"/>
                  </a:cubicBezTo>
                  <a:cubicBezTo>
                    <a:pt x="346" y="977"/>
                    <a:pt x="382" y="981"/>
                    <a:pt x="422" y="981"/>
                  </a:cubicBezTo>
                  <a:cubicBezTo>
                    <a:pt x="450" y="981"/>
                    <a:pt x="479" y="979"/>
                    <a:pt x="512" y="979"/>
                  </a:cubicBezTo>
                  <a:cubicBezTo>
                    <a:pt x="786" y="979"/>
                    <a:pt x="989" y="777"/>
                    <a:pt x="989" y="503"/>
                  </a:cubicBezTo>
                  <a:cubicBezTo>
                    <a:pt x="989" y="217"/>
                    <a:pt x="786" y="3"/>
                    <a:pt x="512" y="3"/>
                  </a:cubicBezTo>
                  <a:cubicBezTo>
                    <a:pt x="489" y="3"/>
                    <a:pt x="461" y="1"/>
                    <a:pt x="4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245;p74">
              <a:extLst>
                <a:ext uri="{FF2B5EF4-FFF2-40B4-BE49-F238E27FC236}">
                  <a16:creationId xmlns:a16="http://schemas.microsoft.com/office/drawing/2014/main" id="{E36F6EA3-A9AB-411C-9647-ACCDC9BEAFBA}"/>
                </a:ext>
              </a:extLst>
            </p:cNvPr>
            <p:cNvSpPr/>
            <p:nvPr/>
          </p:nvSpPr>
          <p:spPr>
            <a:xfrm>
              <a:off x="7519242" y="1487714"/>
              <a:ext cx="21923" cy="31590"/>
            </a:xfrm>
            <a:custGeom>
              <a:avLst/>
              <a:gdLst/>
              <a:ahLst/>
              <a:cxnLst/>
              <a:rect l="l" t="t" r="r" b="b"/>
              <a:pathLst>
                <a:path w="703" h="1013" extrusionOk="0">
                  <a:moveTo>
                    <a:pt x="202" y="0"/>
                  </a:moveTo>
                  <a:cubicBezTo>
                    <a:pt x="119" y="0"/>
                    <a:pt x="60" y="12"/>
                    <a:pt x="0" y="48"/>
                  </a:cubicBezTo>
                  <a:cubicBezTo>
                    <a:pt x="179" y="119"/>
                    <a:pt x="322" y="298"/>
                    <a:pt x="322" y="500"/>
                  </a:cubicBezTo>
                  <a:cubicBezTo>
                    <a:pt x="322" y="714"/>
                    <a:pt x="179" y="893"/>
                    <a:pt x="0" y="964"/>
                  </a:cubicBezTo>
                  <a:cubicBezTo>
                    <a:pt x="60" y="988"/>
                    <a:pt x="143" y="1012"/>
                    <a:pt x="202" y="1012"/>
                  </a:cubicBezTo>
                  <a:cubicBezTo>
                    <a:pt x="476" y="1012"/>
                    <a:pt x="703" y="786"/>
                    <a:pt x="703" y="500"/>
                  </a:cubicBezTo>
                  <a:cubicBezTo>
                    <a:pt x="703" y="214"/>
                    <a:pt x="476" y="0"/>
                    <a:pt x="202" y="0"/>
                  </a:cubicBezTo>
                  <a:close/>
                </a:path>
              </a:pathLst>
            </a:custGeom>
            <a:solidFill>
              <a:srgbClr val="3A3E5F">
                <a:alpha val="1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246;p74">
              <a:extLst>
                <a:ext uri="{FF2B5EF4-FFF2-40B4-BE49-F238E27FC236}">
                  <a16:creationId xmlns:a16="http://schemas.microsoft.com/office/drawing/2014/main" id="{CDD6CAA4-927C-4905-88E4-9DABC384F8CF}"/>
                </a:ext>
              </a:extLst>
            </p:cNvPr>
            <p:cNvSpPr/>
            <p:nvPr/>
          </p:nvSpPr>
          <p:spPr>
            <a:xfrm>
              <a:off x="7446082" y="1488368"/>
              <a:ext cx="30468" cy="30624"/>
            </a:xfrm>
            <a:custGeom>
              <a:avLst/>
              <a:gdLst/>
              <a:ahLst/>
              <a:cxnLst/>
              <a:rect l="l" t="t" r="r" b="b"/>
              <a:pathLst>
                <a:path w="977" h="982" extrusionOk="0">
                  <a:moveTo>
                    <a:pt x="425" y="1"/>
                  </a:moveTo>
                  <a:cubicBezTo>
                    <a:pt x="386" y="1"/>
                    <a:pt x="346" y="5"/>
                    <a:pt x="310" y="27"/>
                  </a:cubicBezTo>
                  <a:cubicBezTo>
                    <a:pt x="132" y="98"/>
                    <a:pt x="1" y="277"/>
                    <a:pt x="1" y="479"/>
                  </a:cubicBezTo>
                  <a:cubicBezTo>
                    <a:pt x="1" y="705"/>
                    <a:pt x="132" y="884"/>
                    <a:pt x="310" y="955"/>
                  </a:cubicBezTo>
                  <a:cubicBezTo>
                    <a:pt x="346" y="977"/>
                    <a:pt x="382" y="981"/>
                    <a:pt x="420" y="981"/>
                  </a:cubicBezTo>
                  <a:cubicBezTo>
                    <a:pt x="445" y="981"/>
                    <a:pt x="472" y="979"/>
                    <a:pt x="501" y="979"/>
                  </a:cubicBezTo>
                  <a:cubicBezTo>
                    <a:pt x="786" y="979"/>
                    <a:pt x="977" y="777"/>
                    <a:pt x="977" y="503"/>
                  </a:cubicBezTo>
                  <a:cubicBezTo>
                    <a:pt x="977" y="217"/>
                    <a:pt x="786" y="3"/>
                    <a:pt x="501" y="3"/>
                  </a:cubicBezTo>
                  <a:cubicBezTo>
                    <a:pt x="477" y="3"/>
                    <a:pt x="451" y="1"/>
                    <a:pt x="4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247;p74">
              <a:extLst>
                <a:ext uri="{FF2B5EF4-FFF2-40B4-BE49-F238E27FC236}">
                  <a16:creationId xmlns:a16="http://schemas.microsoft.com/office/drawing/2014/main" id="{1D016931-E8C9-4D79-9664-540B833C4557}"/>
                </a:ext>
              </a:extLst>
            </p:cNvPr>
            <p:cNvSpPr/>
            <p:nvPr/>
          </p:nvSpPr>
          <p:spPr>
            <a:xfrm>
              <a:off x="7455749" y="1487714"/>
              <a:ext cx="21923" cy="31590"/>
            </a:xfrm>
            <a:custGeom>
              <a:avLst/>
              <a:gdLst/>
              <a:ahLst/>
              <a:cxnLst/>
              <a:rect l="l" t="t" r="r" b="b"/>
              <a:pathLst>
                <a:path w="703" h="1013" extrusionOk="0">
                  <a:moveTo>
                    <a:pt x="191" y="0"/>
                  </a:moveTo>
                  <a:cubicBezTo>
                    <a:pt x="119" y="0"/>
                    <a:pt x="60" y="12"/>
                    <a:pt x="0" y="48"/>
                  </a:cubicBezTo>
                  <a:cubicBezTo>
                    <a:pt x="179" y="119"/>
                    <a:pt x="310" y="298"/>
                    <a:pt x="310" y="500"/>
                  </a:cubicBezTo>
                  <a:cubicBezTo>
                    <a:pt x="310" y="714"/>
                    <a:pt x="179" y="893"/>
                    <a:pt x="0" y="964"/>
                  </a:cubicBezTo>
                  <a:cubicBezTo>
                    <a:pt x="60" y="988"/>
                    <a:pt x="131" y="1012"/>
                    <a:pt x="191" y="1012"/>
                  </a:cubicBezTo>
                  <a:cubicBezTo>
                    <a:pt x="476" y="1012"/>
                    <a:pt x="703" y="786"/>
                    <a:pt x="703" y="500"/>
                  </a:cubicBezTo>
                  <a:cubicBezTo>
                    <a:pt x="703" y="214"/>
                    <a:pt x="476" y="0"/>
                    <a:pt x="191" y="0"/>
                  </a:cubicBezTo>
                  <a:close/>
                </a:path>
              </a:pathLst>
            </a:custGeom>
            <a:solidFill>
              <a:srgbClr val="3A3E5F">
                <a:alpha val="1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248;p74">
              <a:extLst>
                <a:ext uri="{FF2B5EF4-FFF2-40B4-BE49-F238E27FC236}">
                  <a16:creationId xmlns:a16="http://schemas.microsoft.com/office/drawing/2014/main" id="{AB429A8C-3A44-4FC4-AC64-A7DDEC054C39}"/>
                </a:ext>
              </a:extLst>
            </p:cNvPr>
            <p:cNvSpPr/>
            <p:nvPr/>
          </p:nvSpPr>
          <p:spPr>
            <a:xfrm>
              <a:off x="7382589" y="1488368"/>
              <a:ext cx="30468" cy="30624"/>
            </a:xfrm>
            <a:custGeom>
              <a:avLst/>
              <a:gdLst/>
              <a:ahLst/>
              <a:cxnLst/>
              <a:rect l="l" t="t" r="r" b="b"/>
              <a:pathLst>
                <a:path w="977" h="982" extrusionOk="0">
                  <a:moveTo>
                    <a:pt x="425" y="1"/>
                  </a:moveTo>
                  <a:cubicBezTo>
                    <a:pt x="386" y="1"/>
                    <a:pt x="346" y="5"/>
                    <a:pt x="310" y="27"/>
                  </a:cubicBezTo>
                  <a:cubicBezTo>
                    <a:pt x="132" y="98"/>
                    <a:pt x="1" y="277"/>
                    <a:pt x="1" y="479"/>
                  </a:cubicBezTo>
                  <a:cubicBezTo>
                    <a:pt x="1" y="705"/>
                    <a:pt x="132" y="884"/>
                    <a:pt x="310" y="955"/>
                  </a:cubicBezTo>
                  <a:cubicBezTo>
                    <a:pt x="346" y="977"/>
                    <a:pt x="382" y="981"/>
                    <a:pt x="420" y="981"/>
                  </a:cubicBezTo>
                  <a:cubicBezTo>
                    <a:pt x="445" y="981"/>
                    <a:pt x="472" y="979"/>
                    <a:pt x="501" y="979"/>
                  </a:cubicBezTo>
                  <a:cubicBezTo>
                    <a:pt x="786" y="979"/>
                    <a:pt x="977" y="777"/>
                    <a:pt x="977" y="503"/>
                  </a:cubicBezTo>
                  <a:cubicBezTo>
                    <a:pt x="977" y="217"/>
                    <a:pt x="774" y="3"/>
                    <a:pt x="501" y="3"/>
                  </a:cubicBezTo>
                  <a:cubicBezTo>
                    <a:pt x="477" y="3"/>
                    <a:pt x="451" y="1"/>
                    <a:pt x="4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249;p74">
              <a:extLst>
                <a:ext uri="{FF2B5EF4-FFF2-40B4-BE49-F238E27FC236}">
                  <a16:creationId xmlns:a16="http://schemas.microsoft.com/office/drawing/2014/main" id="{279FC1B9-223F-4A4F-8C0A-1827FF22641D}"/>
                </a:ext>
              </a:extLst>
            </p:cNvPr>
            <p:cNvSpPr/>
            <p:nvPr/>
          </p:nvSpPr>
          <p:spPr>
            <a:xfrm>
              <a:off x="7391882" y="1487714"/>
              <a:ext cx="21549" cy="31590"/>
            </a:xfrm>
            <a:custGeom>
              <a:avLst/>
              <a:gdLst/>
              <a:ahLst/>
              <a:cxnLst/>
              <a:rect l="l" t="t" r="r" b="b"/>
              <a:pathLst>
                <a:path w="691" h="1013" extrusionOk="0">
                  <a:moveTo>
                    <a:pt x="191" y="0"/>
                  </a:moveTo>
                  <a:cubicBezTo>
                    <a:pt x="119" y="0"/>
                    <a:pt x="60" y="12"/>
                    <a:pt x="0" y="48"/>
                  </a:cubicBezTo>
                  <a:cubicBezTo>
                    <a:pt x="179" y="119"/>
                    <a:pt x="310" y="298"/>
                    <a:pt x="310" y="500"/>
                  </a:cubicBezTo>
                  <a:cubicBezTo>
                    <a:pt x="310" y="714"/>
                    <a:pt x="167" y="893"/>
                    <a:pt x="0" y="964"/>
                  </a:cubicBezTo>
                  <a:cubicBezTo>
                    <a:pt x="60" y="988"/>
                    <a:pt x="131" y="1012"/>
                    <a:pt x="191" y="1012"/>
                  </a:cubicBezTo>
                  <a:cubicBezTo>
                    <a:pt x="476" y="1012"/>
                    <a:pt x="691" y="786"/>
                    <a:pt x="691" y="500"/>
                  </a:cubicBezTo>
                  <a:cubicBezTo>
                    <a:pt x="691" y="214"/>
                    <a:pt x="476" y="0"/>
                    <a:pt x="191" y="0"/>
                  </a:cubicBezTo>
                  <a:close/>
                </a:path>
              </a:pathLst>
            </a:custGeom>
            <a:solidFill>
              <a:srgbClr val="3A3E5F">
                <a:alpha val="13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250;p74">
              <a:extLst>
                <a:ext uri="{FF2B5EF4-FFF2-40B4-BE49-F238E27FC236}">
                  <a16:creationId xmlns:a16="http://schemas.microsoft.com/office/drawing/2014/main" id="{19673B78-EC19-4885-9508-1B3AC68A8D47}"/>
                </a:ext>
              </a:extLst>
            </p:cNvPr>
            <p:cNvSpPr/>
            <p:nvPr/>
          </p:nvSpPr>
          <p:spPr>
            <a:xfrm>
              <a:off x="7544470" y="1678160"/>
              <a:ext cx="53888" cy="75873"/>
            </a:xfrm>
            <a:custGeom>
              <a:avLst/>
              <a:gdLst/>
              <a:ahLst/>
              <a:cxnLst/>
              <a:rect l="l" t="t" r="r" b="b"/>
              <a:pathLst>
                <a:path w="1728" h="2433" extrusionOk="0">
                  <a:moveTo>
                    <a:pt x="858" y="1"/>
                  </a:moveTo>
                  <a:cubicBezTo>
                    <a:pt x="465" y="1"/>
                    <a:pt x="120" y="275"/>
                    <a:pt x="25" y="644"/>
                  </a:cubicBezTo>
                  <a:cubicBezTo>
                    <a:pt x="1" y="703"/>
                    <a:pt x="286" y="787"/>
                    <a:pt x="286" y="858"/>
                  </a:cubicBezTo>
                  <a:lnTo>
                    <a:pt x="1" y="1061"/>
                  </a:lnTo>
                  <a:lnTo>
                    <a:pt x="1" y="1596"/>
                  </a:lnTo>
                  <a:cubicBezTo>
                    <a:pt x="1" y="2001"/>
                    <a:pt x="263" y="2346"/>
                    <a:pt x="632" y="2430"/>
                  </a:cubicBezTo>
                  <a:cubicBezTo>
                    <a:pt x="636" y="2432"/>
                    <a:pt x="640" y="2433"/>
                    <a:pt x="644" y="2433"/>
                  </a:cubicBezTo>
                  <a:cubicBezTo>
                    <a:pt x="712" y="2433"/>
                    <a:pt x="779" y="2180"/>
                    <a:pt x="846" y="2180"/>
                  </a:cubicBezTo>
                  <a:cubicBezTo>
                    <a:pt x="915" y="2180"/>
                    <a:pt x="994" y="2431"/>
                    <a:pt x="1074" y="2431"/>
                  </a:cubicBezTo>
                  <a:cubicBezTo>
                    <a:pt x="1077" y="2431"/>
                    <a:pt x="1081" y="2431"/>
                    <a:pt x="1084" y="2430"/>
                  </a:cubicBezTo>
                  <a:cubicBezTo>
                    <a:pt x="1453" y="2335"/>
                    <a:pt x="1727" y="2001"/>
                    <a:pt x="1727" y="1596"/>
                  </a:cubicBezTo>
                  <a:lnTo>
                    <a:pt x="1727" y="1061"/>
                  </a:lnTo>
                  <a:lnTo>
                    <a:pt x="1441" y="858"/>
                  </a:lnTo>
                  <a:cubicBezTo>
                    <a:pt x="1441" y="787"/>
                    <a:pt x="1703" y="715"/>
                    <a:pt x="1691" y="644"/>
                  </a:cubicBezTo>
                  <a:cubicBezTo>
                    <a:pt x="1596" y="275"/>
                    <a:pt x="1263" y="1"/>
                    <a:pt x="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251;p74">
              <a:extLst>
                <a:ext uri="{FF2B5EF4-FFF2-40B4-BE49-F238E27FC236}">
                  <a16:creationId xmlns:a16="http://schemas.microsoft.com/office/drawing/2014/main" id="{9ECDF454-5F54-476B-A749-299127EDC199}"/>
                </a:ext>
              </a:extLst>
            </p:cNvPr>
            <p:cNvSpPr/>
            <p:nvPr/>
          </p:nvSpPr>
          <p:spPr>
            <a:xfrm>
              <a:off x="7474304" y="1583077"/>
              <a:ext cx="30842" cy="30405"/>
            </a:xfrm>
            <a:custGeom>
              <a:avLst/>
              <a:gdLst/>
              <a:ahLst/>
              <a:cxnLst/>
              <a:rect l="l" t="t" r="r" b="b"/>
              <a:pathLst>
                <a:path w="989" h="975" extrusionOk="0">
                  <a:moveTo>
                    <a:pt x="433" y="0"/>
                  </a:moveTo>
                  <a:cubicBezTo>
                    <a:pt x="390" y="0"/>
                    <a:pt x="346" y="4"/>
                    <a:pt x="310" y="26"/>
                  </a:cubicBezTo>
                  <a:cubicBezTo>
                    <a:pt x="131" y="97"/>
                    <a:pt x="0" y="276"/>
                    <a:pt x="0" y="478"/>
                  </a:cubicBezTo>
                  <a:cubicBezTo>
                    <a:pt x="0" y="704"/>
                    <a:pt x="131" y="883"/>
                    <a:pt x="310" y="954"/>
                  </a:cubicBezTo>
                  <a:cubicBezTo>
                    <a:pt x="335" y="970"/>
                    <a:pt x="361" y="974"/>
                    <a:pt x="388" y="974"/>
                  </a:cubicBezTo>
                  <a:cubicBezTo>
                    <a:pt x="425" y="974"/>
                    <a:pt x="465" y="966"/>
                    <a:pt x="512" y="966"/>
                  </a:cubicBezTo>
                  <a:cubicBezTo>
                    <a:pt x="786" y="966"/>
                    <a:pt x="989" y="776"/>
                    <a:pt x="989" y="490"/>
                  </a:cubicBezTo>
                  <a:cubicBezTo>
                    <a:pt x="989" y="216"/>
                    <a:pt x="786" y="2"/>
                    <a:pt x="512" y="2"/>
                  </a:cubicBezTo>
                  <a:cubicBezTo>
                    <a:pt x="489" y="2"/>
                    <a:pt x="461" y="0"/>
                    <a:pt x="4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252;p74">
              <a:extLst>
                <a:ext uri="{FF2B5EF4-FFF2-40B4-BE49-F238E27FC236}">
                  <a16:creationId xmlns:a16="http://schemas.microsoft.com/office/drawing/2014/main" id="{AC0DA99A-CF2F-4D37-8103-CFE232F812C3}"/>
                </a:ext>
              </a:extLst>
            </p:cNvPr>
            <p:cNvSpPr/>
            <p:nvPr/>
          </p:nvSpPr>
          <p:spPr>
            <a:xfrm>
              <a:off x="7635811" y="1583077"/>
              <a:ext cx="30842" cy="30405"/>
            </a:xfrm>
            <a:custGeom>
              <a:avLst/>
              <a:gdLst/>
              <a:ahLst/>
              <a:cxnLst/>
              <a:rect l="l" t="t" r="r" b="b"/>
              <a:pathLst>
                <a:path w="989" h="975" extrusionOk="0">
                  <a:moveTo>
                    <a:pt x="433" y="0"/>
                  </a:moveTo>
                  <a:cubicBezTo>
                    <a:pt x="390" y="0"/>
                    <a:pt x="346" y="4"/>
                    <a:pt x="310" y="26"/>
                  </a:cubicBezTo>
                  <a:cubicBezTo>
                    <a:pt x="132" y="97"/>
                    <a:pt x="1" y="276"/>
                    <a:pt x="1" y="478"/>
                  </a:cubicBezTo>
                  <a:cubicBezTo>
                    <a:pt x="1" y="704"/>
                    <a:pt x="132" y="883"/>
                    <a:pt x="310" y="954"/>
                  </a:cubicBezTo>
                  <a:cubicBezTo>
                    <a:pt x="336" y="970"/>
                    <a:pt x="361" y="974"/>
                    <a:pt x="389" y="974"/>
                  </a:cubicBezTo>
                  <a:cubicBezTo>
                    <a:pt x="425" y="974"/>
                    <a:pt x="465" y="966"/>
                    <a:pt x="513" y="966"/>
                  </a:cubicBezTo>
                  <a:cubicBezTo>
                    <a:pt x="786" y="966"/>
                    <a:pt x="989" y="776"/>
                    <a:pt x="989" y="490"/>
                  </a:cubicBezTo>
                  <a:cubicBezTo>
                    <a:pt x="989" y="216"/>
                    <a:pt x="775" y="2"/>
                    <a:pt x="513" y="2"/>
                  </a:cubicBezTo>
                  <a:cubicBezTo>
                    <a:pt x="489" y="2"/>
                    <a:pt x="461" y="0"/>
                    <a:pt x="4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253;p74">
              <a:extLst>
                <a:ext uri="{FF2B5EF4-FFF2-40B4-BE49-F238E27FC236}">
                  <a16:creationId xmlns:a16="http://schemas.microsoft.com/office/drawing/2014/main" id="{83777091-7785-4CFE-AD93-9D22657AC223}"/>
                </a:ext>
              </a:extLst>
            </p:cNvPr>
            <p:cNvSpPr/>
            <p:nvPr/>
          </p:nvSpPr>
          <p:spPr>
            <a:xfrm>
              <a:off x="7675167" y="1621653"/>
              <a:ext cx="30842" cy="30281"/>
            </a:xfrm>
            <a:custGeom>
              <a:avLst/>
              <a:gdLst/>
              <a:ahLst/>
              <a:cxnLst/>
              <a:rect l="l" t="t" r="r" b="b"/>
              <a:pathLst>
                <a:path w="989" h="971" extrusionOk="0">
                  <a:moveTo>
                    <a:pt x="417" y="0"/>
                  </a:moveTo>
                  <a:cubicBezTo>
                    <a:pt x="385" y="0"/>
                    <a:pt x="352" y="3"/>
                    <a:pt x="322" y="15"/>
                  </a:cubicBezTo>
                  <a:cubicBezTo>
                    <a:pt x="144" y="98"/>
                    <a:pt x="1" y="277"/>
                    <a:pt x="1" y="479"/>
                  </a:cubicBezTo>
                  <a:cubicBezTo>
                    <a:pt x="1" y="706"/>
                    <a:pt x="144" y="884"/>
                    <a:pt x="322" y="956"/>
                  </a:cubicBezTo>
                  <a:cubicBezTo>
                    <a:pt x="352" y="968"/>
                    <a:pt x="382" y="971"/>
                    <a:pt x="413" y="971"/>
                  </a:cubicBezTo>
                  <a:cubicBezTo>
                    <a:pt x="444" y="971"/>
                    <a:pt x="477" y="968"/>
                    <a:pt x="513" y="968"/>
                  </a:cubicBezTo>
                  <a:cubicBezTo>
                    <a:pt x="798" y="968"/>
                    <a:pt x="989" y="777"/>
                    <a:pt x="989" y="491"/>
                  </a:cubicBezTo>
                  <a:cubicBezTo>
                    <a:pt x="989" y="229"/>
                    <a:pt x="798" y="15"/>
                    <a:pt x="513" y="3"/>
                  </a:cubicBezTo>
                  <a:cubicBezTo>
                    <a:pt x="483" y="3"/>
                    <a:pt x="450" y="0"/>
                    <a:pt x="4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254;p74">
              <a:extLst>
                <a:ext uri="{FF2B5EF4-FFF2-40B4-BE49-F238E27FC236}">
                  <a16:creationId xmlns:a16="http://schemas.microsoft.com/office/drawing/2014/main" id="{1488C1ED-0696-4653-8CB2-B01CD35D0784}"/>
                </a:ext>
              </a:extLst>
            </p:cNvPr>
            <p:cNvSpPr/>
            <p:nvPr/>
          </p:nvSpPr>
          <p:spPr>
            <a:xfrm>
              <a:off x="7675167" y="1783160"/>
              <a:ext cx="30842" cy="30437"/>
            </a:xfrm>
            <a:custGeom>
              <a:avLst/>
              <a:gdLst/>
              <a:ahLst/>
              <a:cxnLst/>
              <a:rect l="l" t="t" r="r" b="b"/>
              <a:pathLst>
                <a:path w="989" h="976" extrusionOk="0">
                  <a:moveTo>
                    <a:pt x="417" y="0"/>
                  </a:moveTo>
                  <a:cubicBezTo>
                    <a:pt x="385" y="0"/>
                    <a:pt x="352" y="3"/>
                    <a:pt x="322" y="15"/>
                  </a:cubicBezTo>
                  <a:cubicBezTo>
                    <a:pt x="144" y="99"/>
                    <a:pt x="1" y="277"/>
                    <a:pt x="1" y="480"/>
                  </a:cubicBezTo>
                  <a:cubicBezTo>
                    <a:pt x="1" y="706"/>
                    <a:pt x="144" y="884"/>
                    <a:pt x="322" y="956"/>
                  </a:cubicBezTo>
                  <a:cubicBezTo>
                    <a:pt x="348" y="971"/>
                    <a:pt x="373" y="976"/>
                    <a:pt x="400" y="976"/>
                  </a:cubicBezTo>
                  <a:cubicBezTo>
                    <a:pt x="435" y="976"/>
                    <a:pt x="472" y="968"/>
                    <a:pt x="513" y="968"/>
                  </a:cubicBezTo>
                  <a:cubicBezTo>
                    <a:pt x="798" y="968"/>
                    <a:pt x="989" y="777"/>
                    <a:pt x="989" y="492"/>
                  </a:cubicBezTo>
                  <a:cubicBezTo>
                    <a:pt x="989" y="218"/>
                    <a:pt x="798" y="3"/>
                    <a:pt x="513" y="3"/>
                  </a:cubicBezTo>
                  <a:cubicBezTo>
                    <a:pt x="483" y="3"/>
                    <a:pt x="450" y="0"/>
                    <a:pt x="4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255;p74">
              <a:extLst>
                <a:ext uri="{FF2B5EF4-FFF2-40B4-BE49-F238E27FC236}">
                  <a16:creationId xmlns:a16="http://schemas.microsoft.com/office/drawing/2014/main" id="{1F3F83EF-2B24-4404-8145-727EA09DB7C4}"/>
                </a:ext>
              </a:extLst>
            </p:cNvPr>
            <p:cNvSpPr/>
            <p:nvPr/>
          </p:nvSpPr>
          <p:spPr>
            <a:xfrm>
              <a:off x="7434949" y="1622058"/>
              <a:ext cx="30468" cy="30405"/>
            </a:xfrm>
            <a:custGeom>
              <a:avLst/>
              <a:gdLst/>
              <a:ahLst/>
              <a:cxnLst/>
              <a:rect l="l" t="t" r="r" b="b"/>
              <a:pathLst>
                <a:path w="977" h="975" extrusionOk="0">
                  <a:moveTo>
                    <a:pt x="420" y="0"/>
                  </a:moveTo>
                  <a:cubicBezTo>
                    <a:pt x="381" y="0"/>
                    <a:pt x="346" y="4"/>
                    <a:pt x="310" y="26"/>
                  </a:cubicBezTo>
                  <a:cubicBezTo>
                    <a:pt x="131" y="97"/>
                    <a:pt x="0" y="276"/>
                    <a:pt x="0" y="502"/>
                  </a:cubicBezTo>
                  <a:cubicBezTo>
                    <a:pt x="0" y="705"/>
                    <a:pt x="131" y="883"/>
                    <a:pt x="310" y="955"/>
                  </a:cubicBezTo>
                  <a:cubicBezTo>
                    <a:pt x="335" y="970"/>
                    <a:pt x="363" y="974"/>
                    <a:pt x="391" y="974"/>
                  </a:cubicBezTo>
                  <a:cubicBezTo>
                    <a:pt x="428" y="974"/>
                    <a:pt x="466" y="966"/>
                    <a:pt x="500" y="966"/>
                  </a:cubicBezTo>
                  <a:cubicBezTo>
                    <a:pt x="508" y="967"/>
                    <a:pt x="516" y="967"/>
                    <a:pt x="523" y="967"/>
                  </a:cubicBezTo>
                  <a:cubicBezTo>
                    <a:pt x="796" y="967"/>
                    <a:pt x="977" y="756"/>
                    <a:pt x="977" y="478"/>
                  </a:cubicBezTo>
                  <a:cubicBezTo>
                    <a:pt x="977" y="204"/>
                    <a:pt x="786" y="2"/>
                    <a:pt x="500" y="2"/>
                  </a:cubicBezTo>
                  <a:cubicBezTo>
                    <a:pt x="472" y="2"/>
                    <a:pt x="445" y="0"/>
                    <a:pt x="4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256;p74">
              <a:extLst>
                <a:ext uri="{FF2B5EF4-FFF2-40B4-BE49-F238E27FC236}">
                  <a16:creationId xmlns:a16="http://schemas.microsoft.com/office/drawing/2014/main" id="{4ACE620A-2878-4748-B114-BD00F1B812FF}"/>
                </a:ext>
              </a:extLst>
            </p:cNvPr>
            <p:cNvSpPr/>
            <p:nvPr/>
          </p:nvSpPr>
          <p:spPr>
            <a:xfrm>
              <a:off x="7434949" y="1783566"/>
              <a:ext cx="30468" cy="30592"/>
            </a:xfrm>
            <a:custGeom>
              <a:avLst/>
              <a:gdLst/>
              <a:ahLst/>
              <a:cxnLst/>
              <a:rect l="l" t="t" r="r" b="b"/>
              <a:pathLst>
                <a:path w="977" h="981" extrusionOk="0">
                  <a:moveTo>
                    <a:pt x="420" y="0"/>
                  </a:moveTo>
                  <a:cubicBezTo>
                    <a:pt x="381" y="0"/>
                    <a:pt x="346" y="5"/>
                    <a:pt x="310" y="26"/>
                  </a:cubicBezTo>
                  <a:cubicBezTo>
                    <a:pt x="131" y="98"/>
                    <a:pt x="0" y="276"/>
                    <a:pt x="0" y="502"/>
                  </a:cubicBezTo>
                  <a:cubicBezTo>
                    <a:pt x="0" y="705"/>
                    <a:pt x="131" y="883"/>
                    <a:pt x="310" y="955"/>
                  </a:cubicBezTo>
                  <a:cubicBezTo>
                    <a:pt x="346" y="976"/>
                    <a:pt x="386" y="981"/>
                    <a:pt x="425" y="981"/>
                  </a:cubicBezTo>
                  <a:cubicBezTo>
                    <a:pt x="451" y="981"/>
                    <a:pt x="477" y="979"/>
                    <a:pt x="500" y="979"/>
                  </a:cubicBezTo>
                  <a:cubicBezTo>
                    <a:pt x="786" y="955"/>
                    <a:pt x="977" y="764"/>
                    <a:pt x="977" y="479"/>
                  </a:cubicBezTo>
                  <a:cubicBezTo>
                    <a:pt x="977" y="205"/>
                    <a:pt x="786" y="2"/>
                    <a:pt x="500" y="2"/>
                  </a:cubicBezTo>
                  <a:cubicBezTo>
                    <a:pt x="472" y="2"/>
                    <a:pt x="445" y="0"/>
                    <a:pt x="4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257;p74">
              <a:extLst>
                <a:ext uri="{FF2B5EF4-FFF2-40B4-BE49-F238E27FC236}">
                  <a16:creationId xmlns:a16="http://schemas.microsoft.com/office/drawing/2014/main" id="{7166F0F8-B10E-4E44-8CBF-AC1446027BC3}"/>
                </a:ext>
              </a:extLst>
            </p:cNvPr>
            <p:cNvSpPr/>
            <p:nvPr/>
          </p:nvSpPr>
          <p:spPr>
            <a:xfrm>
              <a:off x="7635811" y="1821767"/>
              <a:ext cx="30842" cy="30312"/>
            </a:xfrm>
            <a:custGeom>
              <a:avLst/>
              <a:gdLst/>
              <a:ahLst/>
              <a:cxnLst/>
              <a:rect l="l" t="t" r="r" b="b"/>
              <a:pathLst>
                <a:path w="989" h="972" extrusionOk="0">
                  <a:moveTo>
                    <a:pt x="411" y="1"/>
                  </a:moveTo>
                  <a:cubicBezTo>
                    <a:pt x="376" y="1"/>
                    <a:pt x="340" y="4"/>
                    <a:pt x="310" y="16"/>
                  </a:cubicBezTo>
                  <a:cubicBezTo>
                    <a:pt x="132" y="87"/>
                    <a:pt x="1" y="266"/>
                    <a:pt x="1" y="480"/>
                  </a:cubicBezTo>
                  <a:cubicBezTo>
                    <a:pt x="1" y="706"/>
                    <a:pt x="132" y="885"/>
                    <a:pt x="310" y="956"/>
                  </a:cubicBezTo>
                  <a:cubicBezTo>
                    <a:pt x="340" y="968"/>
                    <a:pt x="370" y="971"/>
                    <a:pt x="402" y="971"/>
                  </a:cubicBezTo>
                  <a:cubicBezTo>
                    <a:pt x="435" y="971"/>
                    <a:pt x="471" y="968"/>
                    <a:pt x="513" y="968"/>
                  </a:cubicBezTo>
                  <a:cubicBezTo>
                    <a:pt x="786" y="968"/>
                    <a:pt x="989" y="778"/>
                    <a:pt x="989" y="492"/>
                  </a:cubicBezTo>
                  <a:cubicBezTo>
                    <a:pt x="989" y="230"/>
                    <a:pt x="775" y="16"/>
                    <a:pt x="513" y="4"/>
                  </a:cubicBezTo>
                  <a:cubicBezTo>
                    <a:pt x="483" y="4"/>
                    <a:pt x="447" y="1"/>
                    <a:pt x="4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258;p74">
              <a:extLst>
                <a:ext uri="{FF2B5EF4-FFF2-40B4-BE49-F238E27FC236}">
                  <a16:creationId xmlns:a16="http://schemas.microsoft.com/office/drawing/2014/main" id="{FF829DFB-CEFA-4302-8025-66984E1CFEEE}"/>
                </a:ext>
              </a:extLst>
            </p:cNvPr>
            <p:cNvSpPr/>
            <p:nvPr/>
          </p:nvSpPr>
          <p:spPr>
            <a:xfrm>
              <a:off x="7474304" y="1821767"/>
              <a:ext cx="30842" cy="30312"/>
            </a:xfrm>
            <a:custGeom>
              <a:avLst/>
              <a:gdLst/>
              <a:ahLst/>
              <a:cxnLst/>
              <a:rect l="l" t="t" r="r" b="b"/>
              <a:pathLst>
                <a:path w="989" h="972" extrusionOk="0">
                  <a:moveTo>
                    <a:pt x="411" y="1"/>
                  </a:moveTo>
                  <a:cubicBezTo>
                    <a:pt x="375" y="1"/>
                    <a:pt x="340" y="4"/>
                    <a:pt x="310" y="16"/>
                  </a:cubicBezTo>
                  <a:cubicBezTo>
                    <a:pt x="131" y="87"/>
                    <a:pt x="0" y="266"/>
                    <a:pt x="0" y="480"/>
                  </a:cubicBezTo>
                  <a:cubicBezTo>
                    <a:pt x="0" y="706"/>
                    <a:pt x="131" y="885"/>
                    <a:pt x="310" y="956"/>
                  </a:cubicBezTo>
                  <a:cubicBezTo>
                    <a:pt x="340" y="968"/>
                    <a:pt x="370" y="971"/>
                    <a:pt x="402" y="971"/>
                  </a:cubicBezTo>
                  <a:cubicBezTo>
                    <a:pt x="435" y="971"/>
                    <a:pt x="471" y="968"/>
                    <a:pt x="512" y="968"/>
                  </a:cubicBezTo>
                  <a:cubicBezTo>
                    <a:pt x="786" y="968"/>
                    <a:pt x="989" y="778"/>
                    <a:pt x="989" y="492"/>
                  </a:cubicBezTo>
                  <a:cubicBezTo>
                    <a:pt x="989" y="230"/>
                    <a:pt x="786" y="16"/>
                    <a:pt x="512" y="4"/>
                  </a:cubicBezTo>
                  <a:cubicBezTo>
                    <a:pt x="483" y="4"/>
                    <a:pt x="447" y="1"/>
                    <a:pt x="4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259;p74">
              <a:extLst>
                <a:ext uri="{FF2B5EF4-FFF2-40B4-BE49-F238E27FC236}">
                  <a16:creationId xmlns:a16="http://schemas.microsoft.com/office/drawing/2014/main" id="{4E80DBC3-7E76-41EC-AEE3-99B55F1CEDA0}"/>
                </a:ext>
              </a:extLst>
            </p:cNvPr>
            <p:cNvSpPr/>
            <p:nvPr/>
          </p:nvSpPr>
          <p:spPr>
            <a:xfrm>
              <a:off x="7502527" y="1481009"/>
              <a:ext cx="45686" cy="45717"/>
            </a:xfrm>
            <a:custGeom>
              <a:avLst/>
              <a:gdLst/>
              <a:ahLst/>
              <a:cxnLst/>
              <a:rect l="l" t="t" r="r" b="b"/>
              <a:pathLst>
                <a:path w="1465" h="1466" extrusionOk="0">
                  <a:moveTo>
                    <a:pt x="738" y="441"/>
                  </a:moveTo>
                  <a:cubicBezTo>
                    <a:pt x="893" y="441"/>
                    <a:pt x="1036" y="572"/>
                    <a:pt x="1036" y="739"/>
                  </a:cubicBezTo>
                  <a:cubicBezTo>
                    <a:pt x="1036" y="894"/>
                    <a:pt x="893" y="1037"/>
                    <a:pt x="738" y="1037"/>
                  </a:cubicBezTo>
                  <a:cubicBezTo>
                    <a:pt x="572" y="1037"/>
                    <a:pt x="441" y="894"/>
                    <a:pt x="441" y="739"/>
                  </a:cubicBezTo>
                  <a:cubicBezTo>
                    <a:pt x="441" y="572"/>
                    <a:pt x="572" y="441"/>
                    <a:pt x="738" y="441"/>
                  </a:cubicBezTo>
                  <a:close/>
                  <a:moveTo>
                    <a:pt x="738" y="1"/>
                  </a:moveTo>
                  <a:cubicBezTo>
                    <a:pt x="334" y="1"/>
                    <a:pt x="0" y="334"/>
                    <a:pt x="0" y="739"/>
                  </a:cubicBezTo>
                  <a:cubicBezTo>
                    <a:pt x="0" y="1132"/>
                    <a:pt x="334" y="1465"/>
                    <a:pt x="738" y="1465"/>
                  </a:cubicBezTo>
                  <a:cubicBezTo>
                    <a:pt x="1131" y="1465"/>
                    <a:pt x="1465" y="1120"/>
                    <a:pt x="1465" y="739"/>
                  </a:cubicBezTo>
                  <a:cubicBezTo>
                    <a:pt x="1465" y="334"/>
                    <a:pt x="1131" y="1"/>
                    <a:pt x="7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260;p74">
              <a:extLst>
                <a:ext uri="{FF2B5EF4-FFF2-40B4-BE49-F238E27FC236}">
                  <a16:creationId xmlns:a16="http://schemas.microsoft.com/office/drawing/2014/main" id="{25B9297E-BB5E-4008-9820-244A237A27FC}"/>
                </a:ext>
              </a:extLst>
            </p:cNvPr>
            <p:cNvSpPr/>
            <p:nvPr/>
          </p:nvSpPr>
          <p:spPr>
            <a:xfrm>
              <a:off x="7439034" y="1481009"/>
              <a:ext cx="45686" cy="45717"/>
            </a:xfrm>
            <a:custGeom>
              <a:avLst/>
              <a:gdLst/>
              <a:ahLst/>
              <a:cxnLst/>
              <a:rect l="l" t="t" r="r" b="b"/>
              <a:pathLst>
                <a:path w="1465" h="1466" extrusionOk="0">
                  <a:moveTo>
                    <a:pt x="715" y="441"/>
                  </a:moveTo>
                  <a:cubicBezTo>
                    <a:pt x="881" y="441"/>
                    <a:pt x="1012" y="572"/>
                    <a:pt x="1012" y="739"/>
                  </a:cubicBezTo>
                  <a:cubicBezTo>
                    <a:pt x="1012" y="894"/>
                    <a:pt x="881" y="1037"/>
                    <a:pt x="715" y="1037"/>
                  </a:cubicBezTo>
                  <a:cubicBezTo>
                    <a:pt x="548" y="1037"/>
                    <a:pt x="417" y="894"/>
                    <a:pt x="417" y="739"/>
                  </a:cubicBezTo>
                  <a:cubicBezTo>
                    <a:pt x="417" y="572"/>
                    <a:pt x="548" y="441"/>
                    <a:pt x="715" y="441"/>
                  </a:cubicBezTo>
                  <a:close/>
                  <a:moveTo>
                    <a:pt x="727" y="1"/>
                  </a:moveTo>
                  <a:cubicBezTo>
                    <a:pt x="334" y="1"/>
                    <a:pt x="0" y="334"/>
                    <a:pt x="0" y="739"/>
                  </a:cubicBezTo>
                  <a:cubicBezTo>
                    <a:pt x="0" y="1132"/>
                    <a:pt x="334" y="1465"/>
                    <a:pt x="727" y="1465"/>
                  </a:cubicBezTo>
                  <a:cubicBezTo>
                    <a:pt x="1131" y="1465"/>
                    <a:pt x="1465" y="1132"/>
                    <a:pt x="1465" y="739"/>
                  </a:cubicBezTo>
                  <a:cubicBezTo>
                    <a:pt x="1465" y="334"/>
                    <a:pt x="1131" y="1"/>
                    <a:pt x="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261;p74">
              <a:extLst>
                <a:ext uri="{FF2B5EF4-FFF2-40B4-BE49-F238E27FC236}">
                  <a16:creationId xmlns:a16="http://schemas.microsoft.com/office/drawing/2014/main" id="{1335CD38-CE4E-4707-A270-EBA597D34873}"/>
                </a:ext>
              </a:extLst>
            </p:cNvPr>
            <p:cNvSpPr/>
            <p:nvPr/>
          </p:nvSpPr>
          <p:spPr>
            <a:xfrm>
              <a:off x="7375541" y="1481009"/>
              <a:ext cx="45312" cy="45717"/>
            </a:xfrm>
            <a:custGeom>
              <a:avLst/>
              <a:gdLst/>
              <a:ahLst/>
              <a:cxnLst/>
              <a:rect l="l" t="t" r="r" b="b"/>
              <a:pathLst>
                <a:path w="1453" h="1466" extrusionOk="0">
                  <a:moveTo>
                    <a:pt x="715" y="441"/>
                  </a:moveTo>
                  <a:cubicBezTo>
                    <a:pt x="881" y="441"/>
                    <a:pt x="1012" y="572"/>
                    <a:pt x="1012" y="739"/>
                  </a:cubicBezTo>
                  <a:cubicBezTo>
                    <a:pt x="1012" y="894"/>
                    <a:pt x="881" y="1037"/>
                    <a:pt x="715" y="1037"/>
                  </a:cubicBezTo>
                  <a:cubicBezTo>
                    <a:pt x="548" y="1037"/>
                    <a:pt x="417" y="894"/>
                    <a:pt x="417" y="739"/>
                  </a:cubicBezTo>
                  <a:cubicBezTo>
                    <a:pt x="417" y="572"/>
                    <a:pt x="548" y="441"/>
                    <a:pt x="715" y="441"/>
                  </a:cubicBezTo>
                  <a:close/>
                  <a:moveTo>
                    <a:pt x="727" y="1"/>
                  </a:moveTo>
                  <a:cubicBezTo>
                    <a:pt x="310" y="1"/>
                    <a:pt x="0" y="334"/>
                    <a:pt x="0" y="739"/>
                  </a:cubicBezTo>
                  <a:cubicBezTo>
                    <a:pt x="0" y="1132"/>
                    <a:pt x="322" y="1465"/>
                    <a:pt x="727" y="1465"/>
                  </a:cubicBezTo>
                  <a:cubicBezTo>
                    <a:pt x="1131" y="1465"/>
                    <a:pt x="1453" y="1132"/>
                    <a:pt x="1453" y="739"/>
                  </a:cubicBezTo>
                  <a:cubicBezTo>
                    <a:pt x="1453" y="334"/>
                    <a:pt x="1131" y="1"/>
                    <a:pt x="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262;p74">
              <a:extLst>
                <a:ext uri="{FF2B5EF4-FFF2-40B4-BE49-F238E27FC236}">
                  <a16:creationId xmlns:a16="http://schemas.microsoft.com/office/drawing/2014/main" id="{759B6EA6-9646-4FF9-A98A-24688E6B58E5}"/>
                </a:ext>
              </a:extLst>
            </p:cNvPr>
            <p:cNvSpPr/>
            <p:nvPr/>
          </p:nvSpPr>
          <p:spPr>
            <a:xfrm>
              <a:off x="7512911" y="1667401"/>
              <a:ext cx="117006" cy="100291"/>
            </a:xfrm>
            <a:custGeom>
              <a:avLst/>
              <a:gdLst/>
              <a:ahLst/>
              <a:cxnLst/>
              <a:rect l="l" t="t" r="r" b="b"/>
              <a:pathLst>
                <a:path w="3752" h="3216" extrusionOk="0">
                  <a:moveTo>
                    <a:pt x="1858" y="560"/>
                  </a:moveTo>
                  <a:cubicBezTo>
                    <a:pt x="2144" y="560"/>
                    <a:pt x="2382" y="739"/>
                    <a:pt x="2465" y="989"/>
                  </a:cubicBezTo>
                  <a:lnTo>
                    <a:pt x="1263" y="989"/>
                  </a:lnTo>
                  <a:cubicBezTo>
                    <a:pt x="1334" y="739"/>
                    <a:pt x="1572" y="560"/>
                    <a:pt x="1858" y="560"/>
                  </a:cubicBezTo>
                  <a:close/>
                  <a:moveTo>
                    <a:pt x="1656" y="1406"/>
                  </a:moveTo>
                  <a:lnTo>
                    <a:pt x="1656" y="2537"/>
                  </a:lnTo>
                  <a:cubicBezTo>
                    <a:pt x="1394" y="2465"/>
                    <a:pt x="1215" y="2227"/>
                    <a:pt x="1215" y="1941"/>
                  </a:cubicBezTo>
                  <a:lnTo>
                    <a:pt x="1215" y="1406"/>
                  </a:lnTo>
                  <a:close/>
                  <a:moveTo>
                    <a:pt x="2501" y="1429"/>
                  </a:moveTo>
                  <a:lnTo>
                    <a:pt x="2501" y="1953"/>
                  </a:lnTo>
                  <a:cubicBezTo>
                    <a:pt x="2501" y="2227"/>
                    <a:pt x="2322" y="2465"/>
                    <a:pt x="2072" y="2560"/>
                  </a:cubicBezTo>
                  <a:lnTo>
                    <a:pt x="2072" y="1429"/>
                  </a:lnTo>
                  <a:close/>
                  <a:moveTo>
                    <a:pt x="548" y="1"/>
                  </a:moveTo>
                  <a:cubicBezTo>
                    <a:pt x="429" y="1"/>
                    <a:pt x="346" y="84"/>
                    <a:pt x="346" y="203"/>
                  </a:cubicBezTo>
                  <a:lnTo>
                    <a:pt x="346" y="632"/>
                  </a:lnTo>
                  <a:cubicBezTo>
                    <a:pt x="346" y="834"/>
                    <a:pt x="441" y="1013"/>
                    <a:pt x="620" y="1084"/>
                  </a:cubicBezTo>
                  <a:lnTo>
                    <a:pt x="798" y="1167"/>
                  </a:lnTo>
                  <a:lnTo>
                    <a:pt x="798" y="1203"/>
                  </a:lnTo>
                  <a:lnTo>
                    <a:pt x="798" y="1394"/>
                  </a:lnTo>
                  <a:lnTo>
                    <a:pt x="203" y="1394"/>
                  </a:lnTo>
                  <a:cubicBezTo>
                    <a:pt x="84" y="1394"/>
                    <a:pt x="1" y="1489"/>
                    <a:pt x="1" y="1608"/>
                  </a:cubicBezTo>
                  <a:cubicBezTo>
                    <a:pt x="1" y="1727"/>
                    <a:pt x="84" y="1810"/>
                    <a:pt x="203" y="1810"/>
                  </a:cubicBezTo>
                  <a:lnTo>
                    <a:pt x="798" y="1810"/>
                  </a:lnTo>
                  <a:lnTo>
                    <a:pt x="798" y="1929"/>
                  </a:lnTo>
                  <a:lnTo>
                    <a:pt x="798" y="2037"/>
                  </a:lnTo>
                  <a:lnTo>
                    <a:pt x="620" y="2120"/>
                  </a:lnTo>
                  <a:cubicBezTo>
                    <a:pt x="465" y="2215"/>
                    <a:pt x="346" y="2382"/>
                    <a:pt x="346" y="2572"/>
                  </a:cubicBezTo>
                  <a:lnTo>
                    <a:pt x="346" y="3001"/>
                  </a:lnTo>
                  <a:cubicBezTo>
                    <a:pt x="346" y="3120"/>
                    <a:pt x="429" y="3215"/>
                    <a:pt x="548" y="3215"/>
                  </a:cubicBezTo>
                  <a:cubicBezTo>
                    <a:pt x="667" y="3215"/>
                    <a:pt x="763" y="3120"/>
                    <a:pt x="763" y="3001"/>
                  </a:cubicBezTo>
                  <a:lnTo>
                    <a:pt x="763" y="2572"/>
                  </a:lnTo>
                  <a:cubicBezTo>
                    <a:pt x="763" y="2537"/>
                    <a:pt x="775" y="2513"/>
                    <a:pt x="798" y="2513"/>
                  </a:cubicBezTo>
                  <a:lnTo>
                    <a:pt x="941" y="2453"/>
                  </a:lnTo>
                  <a:cubicBezTo>
                    <a:pt x="1120" y="2775"/>
                    <a:pt x="1477" y="3001"/>
                    <a:pt x="1870" y="3001"/>
                  </a:cubicBezTo>
                  <a:cubicBezTo>
                    <a:pt x="2275" y="3001"/>
                    <a:pt x="2620" y="2775"/>
                    <a:pt x="2811" y="2453"/>
                  </a:cubicBezTo>
                  <a:lnTo>
                    <a:pt x="2942" y="2513"/>
                  </a:lnTo>
                  <a:cubicBezTo>
                    <a:pt x="2977" y="2525"/>
                    <a:pt x="2989" y="2537"/>
                    <a:pt x="2989" y="2572"/>
                  </a:cubicBezTo>
                  <a:lnTo>
                    <a:pt x="2989" y="3001"/>
                  </a:lnTo>
                  <a:cubicBezTo>
                    <a:pt x="2989" y="3120"/>
                    <a:pt x="3084" y="3215"/>
                    <a:pt x="3203" y="3215"/>
                  </a:cubicBezTo>
                  <a:cubicBezTo>
                    <a:pt x="3323" y="3215"/>
                    <a:pt x="3406" y="3120"/>
                    <a:pt x="3406" y="3001"/>
                  </a:cubicBezTo>
                  <a:lnTo>
                    <a:pt x="3406" y="2572"/>
                  </a:lnTo>
                  <a:cubicBezTo>
                    <a:pt x="3406" y="2382"/>
                    <a:pt x="3299" y="2203"/>
                    <a:pt x="3120" y="2120"/>
                  </a:cubicBezTo>
                  <a:lnTo>
                    <a:pt x="2942" y="2037"/>
                  </a:lnTo>
                  <a:lnTo>
                    <a:pt x="2942" y="1929"/>
                  </a:lnTo>
                  <a:lnTo>
                    <a:pt x="2942" y="1810"/>
                  </a:lnTo>
                  <a:lnTo>
                    <a:pt x="3537" y="1810"/>
                  </a:lnTo>
                  <a:cubicBezTo>
                    <a:pt x="3656" y="1810"/>
                    <a:pt x="3751" y="1727"/>
                    <a:pt x="3751" y="1608"/>
                  </a:cubicBezTo>
                  <a:cubicBezTo>
                    <a:pt x="3751" y="1489"/>
                    <a:pt x="3656" y="1394"/>
                    <a:pt x="3537" y="1394"/>
                  </a:cubicBezTo>
                  <a:lnTo>
                    <a:pt x="2942" y="1394"/>
                  </a:lnTo>
                  <a:lnTo>
                    <a:pt x="2942" y="1203"/>
                  </a:lnTo>
                  <a:lnTo>
                    <a:pt x="2942" y="1167"/>
                  </a:lnTo>
                  <a:lnTo>
                    <a:pt x="3120" y="1084"/>
                  </a:lnTo>
                  <a:cubicBezTo>
                    <a:pt x="3287" y="989"/>
                    <a:pt x="3406" y="834"/>
                    <a:pt x="3406" y="632"/>
                  </a:cubicBezTo>
                  <a:lnTo>
                    <a:pt x="3406" y="203"/>
                  </a:lnTo>
                  <a:cubicBezTo>
                    <a:pt x="3406" y="84"/>
                    <a:pt x="3323" y="1"/>
                    <a:pt x="3203" y="1"/>
                  </a:cubicBezTo>
                  <a:cubicBezTo>
                    <a:pt x="3084" y="1"/>
                    <a:pt x="2965" y="84"/>
                    <a:pt x="2965" y="203"/>
                  </a:cubicBezTo>
                  <a:lnTo>
                    <a:pt x="2965" y="632"/>
                  </a:lnTo>
                  <a:cubicBezTo>
                    <a:pt x="2965" y="667"/>
                    <a:pt x="2942" y="691"/>
                    <a:pt x="2918" y="691"/>
                  </a:cubicBezTo>
                  <a:lnTo>
                    <a:pt x="2822" y="739"/>
                  </a:lnTo>
                  <a:cubicBezTo>
                    <a:pt x="2644" y="382"/>
                    <a:pt x="2287" y="132"/>
                    <a:pt x="1858" y="132"/>
                  </a:cubicBezTo>
                  <a:cubicBezTo>
                    <a:pt x="1429" y="132"/>
                    <a:pt x="1072" y="382"/>
                    <a:pt x="894" y="739"/>
                  </a:cubicBezTo>
                  <a:lnTo>
                    <a:pt x="798" y="691"/>
                  </a:lnTo>
                  <a:cubicBezTo>
                    <a:pt x="775" y="679"/>
                    <a:pt x="763" y="667"/>
                    <a:pt x="763" y="632"/>
                  </a:cubicBezTo>
                  <a:lnTo>
                    <a:pt x="763" y="203"/>
                  </a:lnTo>
                  <a:cubicBezTo>
                    <a:pt x="763" y="84"/>
                    <a:pt x="667" y="1"/>
                    <a:pt x="5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263;p74">
              <a:extLst>
                <a:ext uri="{FF2B5EF4-FFF2-40B4-BE49-F238E27FC236}">
                  <a16:creationId xmlns:a16="http://schemas.microsoft.com/office/drawing/2014/main" id="{B8F262BD-EE7F-4D7F-8983-1E7DAD8E5C96}"/>
                </a:ext>
              </a:extLst>
            </p:cNvPr>
            <p:cNvSpPr/>
            <p:nvPr/>
          </p:nvSpPr>
          <p:spPr>
            <a:xfrm>
              <a:off x="7427527" y="1575312"/>
              <a:ext cx="286653" cy="285187"/>
            </a:xfrm>
            <a:custGeom>
              <a:avLst/>
              <a:gdLst/>
              <a:ahLst/>
              <a:cxnLst/>
              <a:rect l="l" t="t" r="r" b="b"/>
              <a:pathLst>
                <a:path w="9192" h="9145" extrusionOk="0">
                  <a:moveTo>
                    <a:pt x="2012" y="430"/>
                  </a:moveTo>
                  <a:cubicBezTo>
                    <a:pt x="2167" y="430"/>
                    <a:pt x="2310" y="572"/>
                    <a:pt x="2310" y="727"/>
                  </a:cubicBezTo>
                  <a:cubicBezTo>
                    <a:pt x="2310" y="906"/>
                    <a:pt x="2167" y="1025"/>
                    <a:pt x="2012" y="1025"/>
                  </a:cubicBezTo>
                  <a:cubicBezTo>
                    <a:pt x="1846" y="1025"/>
                    <a:pt x="1715" y="894"/>
                    <a:pt x="1715" y="727"/>
                  </a:cubicBezTo>
                  <a:cubicBezTo>
                    <a:pt x="1715" y="572"/>
                    <a:pt x="1846" y="430"/>
                    <a:pt x="2012" y="430"/>
                  </a:cubicBezTo>
                  <a:close/>
                  <a:moveTo>
                    <a:pt x="7168" y="441"/>
                  </a:moveTo>
                  <a:cubicBezTo>
                    <a:pt x="7334" y="441"/>
                    <a:pt x="7465" y="584"/>
                    <a:pt x="7465" y="739"/>
                  </a:cubicBezTo>
                  <a:cubicBezTo>
                    <a:pt x="7465" y="906"/>
                    <a:pt x="7334" y="1037"/>
                    <a:pt x="7168" y="1037"/>
                  </a:cubicBezTo>
                  <a:cubicBezTo>
                    <a:pt x="7013" y="1037"/>
                    <a:pt x="6870" y="906"/>
                    <a:pt x="6870" y="739"/>
                  </a:cubicBezTo>
                  <a:cubicBezTo>
                    <a:pt x="6894" y="584"/>
                    <a:pt x="7025" y="441"/>
                    <a:pt x="7168" y="441"/>
                  </a:cubicBezTo>
                  <a:close/>
                  <a:moveTo>
                    <a:pt x="738" y="1703"/>
                  </a:moveTo>
                  <a:cubicBezTo>
                    <a:pt x="905" y="1703"/>
                    <a:pt x="1036" y="1834"/>
                    <a:pt x="1036" y="2001"/>
                  </a:cubicBezTo>
                  <a:cubicBezTo>
                    <a:pt x="1036" y="2156"/>
                    <a:pt x="905" y="2299"/>
                    <a:pt x="738" y="2299"/>
                  </a:cubicBezTo>
                  <a:cubicBezTo>
                    <a:pt x="584" y="2299"/>
                    <a:pt x="441" y="2156"/>
                    <a:pt x="441" y="2001"/>
                  </a:cubicBezTo>
                  <a:cubicBezTo>
                    <a:pt x="441" y="1823"/>
                    <a:pt x="584" y="1703"/>
                    <a:pt x="738" y="1703"/>
                  </a:cubicBezTo>
                  <a:close/>
                  <a:moveTo>
                    <a:pt x="8454" y="1703"/>
                  </a:moveTo>
                  <a:cubicBezTo>
                    <a:pt x="8620" y="1703"/>
                    <a:pt x="8751" y="1834"/>
                    <a:pt x="8751" y="2001"/>
                  </a:cubicBezTo>
                  <a:cubicBezTo>
                    <a:pt x="8751" y="2156"/>
                    <a:pt x="8620" y="2299"/>
                    <a:pt x="8454" y="2299"/>
                  </a:cubicBezTo>
                  <a:cubicBezTo>
                    <a:pt x="8287" y="2299"/>
                    <a:pt x="8156" y="2156"/>
                    <a:pt x="8156" y="2001"/>
                  </a:cubicBezTo>
                  <a:cubicBezTo>
                    <a:pt x="8156" y="1823"/>
                    <a:pt x="8287" y="1703"/>
                    <a:pt x="8454" y="1703"/>
                  </a:cubicBezTo>
                  <a:close/>
                  <a:moveTo>
                    <a:pt x="6894" y="2204"/>
                  </a:moveTo>
                  <a:cubicBezTo>
                    <a:pt x="6930" y="2204"/>
                    <a:pt x="6965" y="2227"/>
                    <a:pt x="6965" y="2275"/>
                  </a:cubicBezTo>
                  <a:lnTo>
                    <a:pt x="6965" y="6883"/>
                  </a:lnTo>
                  <a:cubicBezTo>
                    <a:pt x="6965" y="6918"/>
                    <a:pt x="6930" y="6954"/>
                    <a:pt x="6894" y="6954"/>
                  </a:cubicBezTo>
                  <a:lnTo>
                    <a:pt x="2286" y="6954"/>
                  </a:lnTo>
                  <a:cubicBezTo>
                    <a:pt x="2251" y="6954"/>
                    <a:pt x="2215" y="6918"/>
                    <a:pt x="2215" y="6883"/>
                  </a:cubicBezTo>
                  <a:lnTo>
                    <a:pt x="2215" y="2275"/>
                  </a:lnTo>
                  <a:cubicBezTo>
                    <a:pt x="2215" y="2227"/>
                    <a:pt x="2251" y="2204"/>
                    <a:pt x="2286" y="2204"/>
                  </a:cubicBezTo>
                  <a:close/>
                  <a:moveTo>
                    <a:pt x="738" y="6847"/>
                  </a:moveTo>
                  <a:cubicBezTo>
                    <a:pt x="905" y="6847"/>
                    <a:pt x="1036" y="6978"/>
                    <a:pt x="1036" y="7145"/>
                  </a:cubicBezTo>
                  <a:cubicBezTo>
                    <a:pt x="1036" y="7311"/>
                    <a:pt x="905" y="7442"/>
                    <a:pt x="738" y="7442"/>
                  </a:cubicBezTo>
                  <a:cubicBezTo>
                    <a:pt x="584" y="7442"/>
                    <a:pt x="441" y="7311"/>
                    <a:pt x="441" y="7145"/>
                  </a:cubicBezTo>
                  <a:cubicBezTo>
                    <a:pt x="441" y="6978"/>
                    <a:pt x="584" y="6847"/>
                    <a:pt x="738" y="6847"/>
                  </a:cubicBezTo>
                  <a:close/>
                  <a:moveTo>
                    <a:pt x="8454" y="6847"/>
                  </a:moveTo>
                  <a:cubicBezTo>
                    <a:pt x="8620" y="6847"/>
                    <a:pt x="8751" y="6978"/>
                    <a:pt x="8751" y="7145"/>
                  </a:cubicBezTo>
                  <a:cubicBezTo>
                    <a:pt x="8751" y="7311"/>
                    <a:pt x="8620" y="7442"/>
                    <a:pt x="8454" y="7442"/>
                  </a:cubicBezTo>
                  <a:cubicBezTo>
                    <a:pt x="8287" y="7442"/>
                    <a:pt x="8156" y="7311"/>
                    <a:pt x="8156" y="7145"/>
                  </a:cubicBezTo>
                  <a:cubicBezTo>
                    <a:pt x="8156" y="6978"/>
                    <a:pt x="8287" y="6847"/>
                    <a:pt x="8454" y="6847"/>
                  </a:cubicBezTo>
                  <a:close/>
                  <a:moveTo>
                    <a:pt x="2012" y="8097"/>
                  </a:moveTo>
                  <a:cubicBezTo>
                    <a:pt x="2167" y="8097"/>
                    <a:pt x="2310" y="8228"/>
                    <a:pt x="2310" y="8395"/>
                  </a:cubicBezTo>
                  <a:cubicBezTo>
                    <a:pt x="2310" y="8561"/>
                    <a:pt x="2167" y="8692"/>
                    <a:pt x="2012" y="8692"/>
                  </a:cubicBezTo>
                  <a:cubicBezTo>
                    <a:pt x="1846" y="8692"/>
                    <a:pt x="1715" y="8561"/>
                    <a:pt x="1715" y="8395"/>
                  </a:cubicBezTo>
                  <a:cubicBezTo>
                    <a:pt x="1715" y="8228"/>
                    <a:pt x="1846" y="8097"/>
                    <a:pt x="2012" y="8097"/>
                  </a:cubicBezTo>
                  <a:close/>
                  <a:moveTo>
                    <a:pt x="7168" y="8109"/>
                  </a:moveTo>
                  <a:cubicBezTo>
                    <a:pt x="7334" y="8109"/>
                    <a:pt x="7465" y="8252"/>
                    <a:pt x="7465" y="8407"/>
                  </a:cubicBezTo>
                  <a:cubicBezTo>
                    <a:pt x="7465" y="8573"/>
                    <a:pt x="7334" y="8704"/>
                    <a:pt x="7168" y="8704"/>
                  </a:cubicBezTo>
                  <a:cubicBezTo>
                    <a:pt x="7013" y="8704"/>
                    <a:pt x="6870" y="8573"/>
                    <a:pt x="6870" y="8407"/>
                  </a:cubicBezTo>
                  <a:cubicBezTo>
                    <a:pt x="6894" y="8228"/>
                    <a:pt x="7025" y="8109"/>
                    <a:pt x="7168" y="8109"/>
                  </a:cubicBezTo>
                  <a:close/>
                  <a:moveTo>
                    <a:pt x="2024" y="1"/>
                  </a:moveTo>
                  <a:cubicBezTo>
                    <a:pt x="1619" y="1"/>
                    <a:pt x="1286" y="322"/>
                    <a:pt x="1286" y="727"/>
                  </a:cubicBezTo>
                  <a:cubicBezTo>
                    <a:pt x="1286" y="1132"/>
                    <a:pt x="1619" y="1465"/>
                    <a:pt x="2024" y="1465"/>
                  </a:cubicBezTo>
                  <a:cubicBezTo>
                    <a:pt x="2346" y="1465"/>
                    <a:pt x="2620" y="1251"/>
                    <a:pt x="2703" y="953"/>
                  </a:cubicBezTo>
                  <a:lnTo>
                    <a:pt x="3108" y="953"/>
                  </a:lnTo>
                  <a:cubicBezTo>
                    <a:pt x="3155" y="953"/>
                    <a:pt x="3179" y="977"/>
                    <a:pt x="3179" y="1025"/>
                  </a:cubicBezTo>
                  <a:lnTo>
                    <a:pt x="3179" y="1775"/>
                  </a:lnTo>
                  <a:lnTo>
                    <a:pt x="2298" y="1775"/>
                  </a:lnTo>
                  <a:cubicBezTo>
                    <a:pt x="2024" y="1775"/>
                    <a:pt x="1798" y="2001"/>
                    <a:pt x="1798" y="2275"/>
                  </a:cubicBezTo>
                  <a:lnTo>
                    <a:pt x="1798" y="3156"/>
                  </a:lnTo>
                  <a:lnTo>
                    <a:pt x="1024" y="3156"/>
                  </a:lnTo>
                  <a:cubicBezTo>
                    <a:pt x="977" y="3156"/>
                    <a:pt x="953" y="3132"/>
                    <a:pt x="953" y="3085"/>
                  </a:cubicBezTo>
                  <a:lnTo>
                    <a:pt x="953" y="2680"/>
                  </a:lnTo>
                  <a:cubicBezTo>
                    <a:pt x="1250" y="2596"/>
                    <a:pt x="1453" y="2311"/>
                    <a:pt x="1453" y="2001"/>
                  </a:cubicBezTo>
                  <a:cubicBezTo>
                    <a:pt x="1453" y="1596"/>
                    <a:pt x="1131" y="1263"/>
                    <a:pt x="727" y="1263"/>
                  </a:cubicBezTo>
                  <a:cubicBezTo>
                    <a:pt x="322" y="1263"/>
                    <a:pt x="0" y="1596"/>
                    <a:pt x="0" y="2001"/>
                  </a:cubicBezTo>
                  <a:cubicBezTo>
                    <a:pt x="0" y="2323"/>
                    <a:pt x="203" y="2596"/>
                    <a:pt x="500" y="2680"/>
                  </a:cubicBezTo>
                  <a:lnTo>
                    <a:pt x="500" y="3085"/>
                  </a:lnTo>
                  <a:cubicBezTo>
                    <a:pt x="500" y="3370"/>
                    <a:pt x="727" y="3585"/>
                    <a:pt x="1012" y="3585"/>
                  </a:cubicBezTo>
                  <a:lnTo>
                    <a:pt x="1786" y="3585"/>
                  </a:lnTo>
                  <a:lnTo>
                    <a:pt x="1786" y="4359"/>
                  </a:lnTo>
                  <a:lnTo>
                    <a:pt x="727" y="4359"/>
                  </a:lnTo>
                  <a:cubicBezTo>
                    <a:pt x="607" y="4359"/>
                    <a:pt x="512" y="4454"/>
                    <a:pt x="512" y="4573"/>
                  </a:cubicBezTo>
                  <a:cubicBezTo>
                    <a:pt x="512" y="4692"/>
                    <a:pt x="607" y="4775"/>
                    <a:pt x="727" y="4775"/>
                  </a:cubicBezTo>
                  <a:lnTo>
                    <a:pt x="1786" y="4775"/>
                  </a:lnTo>
                  <a:lnTo>
                    <a:pt x="1786" y="5549"/>
                  </a:lnTo>
                  <a:lnTo>
                    <a:pt x="1012" y="5549"/>
                  </a:lnTo>
                  <a:cubicBezTo>
                    <a:pt x="727" y="5549"/>
                    <a:pt x="500" y="5775"/>
                    <a:pt x="500" y="6061"/>
                  </a:cubicBezTo>
                  <a:lnTo>
                    <a:pt x="500" y="6466"/>
                  </a:lnTo>
                  <a:cubicBezTo>
                    <a:pt x="203" y="6549"/>
                    <a:pt x="0" y="6835"/>
                    <a:pt x="0" y="7145"/>
                  </a:cubicBezTo>
                  <a:cubicBezTo>
                    <a:pt x="0" y="7549"/>
                    <a:pt x="322" y="7871"/>
                    <a:pt x="727" y="7871"/>
                  </a:cubicBezTo>
                  <a:cubicBezTo>
                    <a:pt x="1131" y="7871"/>
                    <a:pt x="1453" y="7549"/>
                    <a:pt x="1453" y="7145"/>
                  </a:cubicBezTo>
                  <a:cubicBezTo>
                    <a:pt x="1453" y="6823"/>
                    <a:pt x="1250" y="6549"/>
                    <a:pt x="953" y="6466"/>
                  </a:cubicBezTo>
                  <a:lnTo>
                    <a:pt x="953" y="6061"/>
                  </a:lnTo>
                  <a:cubicBezTo>
                    <a:pt x="953" y="6014"/>
                    <a:pt x="977" y="5990"/>
                    <a:pt x="1024" y="5990"/>
                  </a:cubicBezTo>
                  <a:lnTo>
                    <a:pt x="1798" y="5990"/>
                  </a:lnTo>
                  <a:lnTo>
                    <a:pt x="1798" y="6859"/>
                  </a:lnTo>
                  <a:cubicBezTo>
                    <a:pt x="1798" y="7145"/>
                    <a:pt x="2024" y="7371"/>
                    <a:pt x="2298" y="7371"/>
                  </a:cubicBezTo>
                  <a:lnTo>
                    <a:pt x="3179" y="7371"/>
                  </a:lnTo>
                  <a:lnTo>
                    <a:pt x="3179" y="8109"/>
                  </a:lnTo>
                  <a:cubicBezTo>
                    <a:pt x="3179" y="8157"/>
                    <a:pt x="3155" y="8192"/>
                    <a:pt x="3108" y="8192"/>
                  </a:cubicBezTo>
                  <a:lnTo>
                    <a:pt x="2703" y="8192"/>
                  </a:lnTo>
                  <a:cubicBezTo>
                    <a:pt x="2620" y="7895"/>
                    <a:pt x="2334" y="7680"/>
                    <a:pt x="2024" y="7680"/>
                  </a:cubicBezTo>
                  <a:cubicBezTo>
                    <a:pt x="1619" y="7680"/>
                    <a:pt x="1286" y="8014"/>
                    <a:pt x="1286" y="8407"/>
                  </a:cubicBezTo>
                  <a:cubicBezTo>
                    <a:pt x="1286" y="8812"/>
                    <a:pt x="1619" y="9145"/>
                    <a:pt x="2024" y="9145"/>
                  </a:cubicBezTo>
                  <a:cubicBezTo>
                    <a:pt x="2346" y="9145"/>
                    <a:pt x="2620" y="8931"/>
                    <a:pt x="2703" y="8633"/>
                  </a:cubicBezTo>
                  <a:lnTo>
                    <a:pt x="3108" y="8633"/>
                  </a:lnTo>
                  <a:cubicBezTo>
                    <a:pt x="3394" y="8633"/>
                    <a:pt x="3608" y="8407"/>
                    <a:pt x="3608" y="8133"/>
                  </a:cubicBezTo>
                  <a:lnTo>
                    <a:pt x="3608" y="7383"/>
                  </a:lnTo>
                  <a:lnTo>
                    <a:pt x="4382" y="7383"/>
                  </a:lnTo>
                  <a:lnTo>
                    <a:pt x="4382" y="8407"/>
                  </a:lnTo>
                  <a:cubicBezTo>
                    <a:pt x="4382" y="8526"/>
                    <a:pt x="4477" y="8621"/>
                    <a:pt x="4596" y="8621"/>
                  </a:cubicBezTo>
                  <a:cubicBezTo>
                    <a:pt x="4715" y="8621"/>
                    <a:pt x="4798" y="8526"/>
                    <a:pt x="4798" y="8407"/>
                  </a:cubicBezTo>
                  <a:lnTo>
                    <a:pt x="4798" y="7383"/>
                  </a:lnTo>
                  <a:lnTo>
                    <a:pt x="5572" y="7383"/>
                  </a:lnTo>
                  <a:lnTo>
                    <a:pt x="5572" y="8133"/>
                  </a:lnTo>
                  <a:cubicBezTo>
                    <a:pt x="5572" y="8407"/>
                    <a:pt x="5799" y="8633"/>
                    <a:pt x="6084" y="8633"/>
                  </a:cubicBezTo>
                  <a:lnTo>
                    <a:pt x="6489" y="8633"/>
                  </a:lnTo>
                  <a:cubicBezTo>
                    <a:pt x="6572" y="8931"/>
                    <a:pt x="6858" y="9145"/>
                    <a:pt x="7168" y="9145"/>
                  </a:cubicBezTo>
                  <a:cubicBezTo>
                    <a:pt x="7573" y="9145"/>
                    <a:pt x="7906" y="8812"/>
                    <a:pt x="7906" y="8407"/>
                  </a:cubicBezTo>
                  <a:cubicBezTo>
                    <a:pt x="7906" y="8014"/>
                    <a:pt x="7573" y="7680"/>
                    <a:pt x="7168" y="7680"/>
                  </a:cubicBezTo>
                  <a:cubicBezTo>
                    <a:pt x="6846" y="7680"/>
                    <a:pt x="6572" y="7895"/>
                    <a:pt x="6489" y="8192"/>
                  </a:cubicBezTo>
                  <a:lnTo>
                    <a:pt x="6084" y="8192"/>
                  </a:lnTo>
                  <a:cubicBezTo>
                    <a:pt x="6037" y="8192"/>
                    <a:pt x="6013" y="8157"/>
                    <a:pt x="6013" y="8109"/>
                  </a:cubicBezTo>
                  <a:lnTo>
                    <a:pt x="6013" y="7371"/>
                  </a:lnTo>
                  <a:lnTo>
                    <a:pt x="6894" y="7371"/>
                  </a:lnTo>
                  <a:cubicBezTo>
                    <a:pt x="7168" y="7371"/>
                    <a:pt x="7394" y="7145"/>
                    <a:pt x="7394" y="6859"/>
                  </a:cubicBezTo>
                  <a:lnTo>
                    <a:pt x="7394" y="5990"/>
                  </a:lnTo>
                  <a:lnTo>
                    <a:pt x="8168" y="5990"/>
                  </a:lnTo>
                  <a:cubicBezTo>
                    <a:pt x="8216" y="5990"/>
                    <a:pt x="8239" y="6014"/>
                    <a:pt x="8239" y="6061"/>
                  </a:cubicBezTo>
                  <a:lnTo>
                    <a:pt x="8239" y="6466"/>
                  </a:lnTo>
                  <a:cubicBezTo>
                    <a:pt x="7942" y="6549"/>
                    <a:pt x="7739" y="6835"/>
                    <a:pt x="7739" y="7145"/>
                  </a:cubicBezTo>
                  <a:cubicBezTo>
                    <a:pt x="7739" y="7549"/>
                    <a:pt x="8061" y="7871"/>
                    <a:pt x="8466" y="7871"/>
                  </a:cubicBezTo>
                  <a:cubicBezTo>
                    <a:pt x="8870" y="7871"/>
                    <a:pt x="9192" y="7549"/>
                    <a:pt x="9192" y="7145"/>
                  </a:cubicBezTo>
                  <a:cubicBezTo>
                    <a:pt x="9192" y="6823"/>
                    <a:pt x="8989" y="6549"/>
                    <a:pt x="8692" y="6466"/>
                  </a:cubicBezTo>
                  <a:lnTo>
                    <a:pt x="8692" y="6061"/>
                  </a:lnTo>
                  <a:cubicBezTo>
                    <a:pt x="8692" y="5775"/>
                    <a:pt x="8466" y="5549"/>
                    <a:pt x="8180" y="5549"/>
                  </a:cubicBezTo>
                  <a:lnTo>
                    <a:pt x="7406" y="5549"/>
                  </a:lnTo>
                  <a:lnTo>
                    <a:pt x="7406" y="4775"/>
                  </a:lnTo>
                  <a:lnTo>
                    <a:pt x="8466" y="4775"/>
                  </a:lnTo>
                  <a:cubicBezTo>
                    <a:pt x="8585" y="4775"/>
                    <a:pt x="8680" y="4692"/>
                    <a:pt x="8680" y="4573"/>
                  </a:cubicBezTo>
                  <a:cubicBezTo>
                    <a:pt x="8680" y="4454"/>
                    <a:pt x="8585" y="4359"/>
                    <a:pt x="8466" y="4359"/>
                  </a:cubicBezTo>
                  <a:lnTo>
                    <a:pt x="7406" y="4359"/>
                  </a:lnTo>
                  <a:lnTo>
                    <a:pt x="7406" y="3585"/>
                  </a:lnTo>
                  <a:lnTo>
                    <a:pt x="8180" y="3585"/>
                  </a:lnTo>
                  <a:cubicBezTo>
                    <a:pt x="8466" y="3585"/>
                    <a:pt x="8692" y="3370"/>
                    <a:pt x="8692" y="3085"/>
                  </a:cubicBezTo>
                  <a:lnTo>
                    <a:pt x="8692" y="2680"/>
                  </a:lnTo>
                  <a:cubicBezTo>
                    <a:pt x="8989" y="2596"/>
                    <a:pt x="9192" y="2311"/>
                    <a:pt x="9192" y="2001"/>
                  </a:cubicBezTo>
                  <a:cubicBezTo>
                    <a:pt x="9192" y="1596"/>
                    <a:pt x="8870" y="1263"/>
                    <a:pt x="8466" y="1263"/>
                  </a:cubicBezTo>
                  <a:cubicBezTo>
                    <a:pt x="8061" y="1263"/>
                    <a:pt x="7739" y="1596"/>
                    <a:pt x="7739" y="2001"/>
                  </a:cubicBezTo>
                  <a:cubicBezTo>
                    <a:pt x="7739" y="2323"/>
                    <a:pt x="7942" y="2596"/>
                    <a:pt x="8239" y="2680"/>
                  </a:cubicBezTo>
                  <a:lnTo>
                    <a:pt x="8239" y="3085"/>
                  </a:lnTo>
                  <a:cubicBezTo>
                    <a:pt x="8239" y="3132"/>
                    <a:pt x="8216" y="3156"/>
                    <a:pt x="8168" y="3156"/>
                  </a:cubicBezTo>
                  <a:lnTo>
                    <a:pt x="7394" y="3156"/>
                  </a:lnTo>
                  <a:lnTo>
                    <a:pt x="7394" y="2275"/>
                  </a:lnTo>
                  <a:cubicBezTo>
                    <a:pt x="7394" y="2001"/>
                    <a:pt x="7168" y="1775"/>
                    <a:pt x="6894" y="1775"/>
                  </a:cubicBezTo>
                  <a:lnTo>
                    <a:pt x="6013" y="1775"/>
                  </a:lnTo>
                  <a:lnTo>
                    <a:pt x="6013" y="1025"/>
                  </a:lnTo>
                  <a:cubicBezTo>
                    <a:pt x="6013" y="989"/>
                    <a:pt x="6037" y="953"/>
                    <a:pt x="6084" y="953"/>
                  </a:cubicBezTo>
                  <a:lnTo>
                    <a:pt x="6489" y="953"/>
                  </a:lnTo>
                  <a:cubicBezTo>
                    <a:pt x="6572" y="1251"/>
                    <a:pt x="6858" y="1465"/>
                    <a:pt x="7168" y="1465"/>
                  </a:cubicBezTo>
                  <a:cubicBezTo>
                    <a:pt x="7573" y="1465"/>
                    <a:pt x="7906" y="1132"/>
                    <a:pt x="7906" y="727"/>
                  </a:cubicBezTo>
                  <a:cubicBezTo>
                    <a:pt x="7906" y="334"/>
                    <a:pt x="7573" y="1"/>
                    <a:pt x="7168" y="1"/>
                  </a:cubicBezTo>
                  <a:cubicBezTo>
                    <a:pt x="6846" y="1"/>
                    <a:pt x="6572" y="215"/>
                    <a:pt x="6489" y="513"/>
                  </a:cubicBezTo>
                  <a:lnTo>
                    <a:pt x="6084" y="513"/>
                  </a:lnTo>
                  <a:cubicBezTo>
                    <a:pt x="5799" y="513"/>
                    <a:pt x="5572" y="727"/>
                    <a:pt x="5572" y="1013"/>
                  </a:cubicBezTo>
                  <a:lnTo>
                    <a:pt x="5572" y="1763"/>
                  </a:lnTo>
                  <a:lnTo>
                    <a:pt x="4798" y="1763"/>
                  </a:lnTo>
                  <a:lnTo>
                    <a:pt x="4798" y="727"/>
                  </a:lnTo>
                  <a:cubicBezTo>
                    <a:pt x="4798" y="608"/>
                    <a:pt x="4715" y="525"/>
                    <a:pt x="4596" y="525"/>
                  </a:cubicBezTo>
                  <a:cubicBezTo>
                    <a:pt x="4477" y="525"/>
                    <a:pt x="4382" y="608"/>
                    <a:pt x="4382" y="727"/>
                  </a:cubicBezTo>
                  <a:lnTo>
                    <a:pt x="4382" y="1763"/>
                  </a:lnTo>
                  <a:lnTo>
                    <a:pt x="3608" y="1763"/>
                  </a:lnTo>
                  <a:lnTo>
                    <a:pt x="3608" y="1013"/>
                  </a:lnTo>
                  <a:cubicBezTo>
                    <a:pt x="3608" y="727"/>
                    <a:pt x="3394" y="513"/>
                    <a:pt x="3108" y="513"/>
                  </a:cubicBezTo>
                  <a:lnTo>
                    <a:pt x="2703" y="513"/>
                  </a:lnTo>
                  <a:cubicBezTo>
                    <a:pt x="2620" y="215"/>
                    <a:pt x="2334" y="1"/>
                    <a:pt x="20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264;p74">
              <a:extLst>
                <a:ext uri="{FF2B5EF4-FFF2-40B4-BE49-F238E27FC236}">
                  <a16:creationId xmlns:a16="http://schemas.microsoft.com/office/drawing/2014/main" id="{39037051-F06E-4544-A25C-6D9C84F2DCEE}"/>
                </a:ext>
              </a:extLst>
            </p:cNvPr>
            <p:cNvSpPr/>
            <p:nvPr/>
          </p:nvSpPr>
          <p:spPr>
            <a:xfrm>
              <a:off x="7342111" y="1449824"/>
              <a:ext cx="270717" cy="286309"/>
            </a:xfrm>
            <a:custGeom>
              <a:avLst/>
              <a:gdLst/>
              <a:ahLst/>
              <a:cxnLst/>
              <a:rect l="l" t="t" r="r" b="b"/>
              <a:pathLst>
                <a:path w="8681" h="9181" extrusionOk="0">
                  <a:moveTo>
                    <a:pt x="644" y="1"/>
                  </a:moveTo>
                  <a:cubicBezTo>
                    <a:pt x="287" y="1"/>
                    <a:pt x="1" y="286"/>
                    <a:pt x="1" y="644"/>
                  </a:cubicBezTo>
                  <a:lnTo>
                    <a:pt x="1" y="8978"/>
                  </a:lnTo>
                  <a:cubicBezTo>
                    <a:pt x="1" y="9085"/>
                    <a:pt x="108" y="9180"/>
                    <a:pt x="227" y="9180"/>
                  </a:cubicBezTo>
                  <a:cubicBezTo>
                    <a:pt x="346" y="9180"/>
                    <a:pt x="429" y="9085"/>
                    <a:pt x="429" y="8966"/>
                  </a:cubicBezTo>
                  <a:lnTo>
                    <a:pt x="429" y="3477"/>
                  </a:lnTo>
                  <a:lnTo>
                    <a:pt x="8466" y="3477"/>
                  </a:lnTo>
                  <a:cubicBezTo>
                    <a:pt x="8585" y="3477"/>
                    <a:pt x="8680" y="3382"/>
                    <a:pt x="8680" y="3263"/>
                  </a:cubicBezTo>
                  <a:cubicBezTo>
                    <a:pt x="8680" y="3144"/>
                    <a:pt x="8585" y="3060"/>
                    <a:pt x="8466" y="3060"/>
                  </a:cubicBezTo>
                  <a:lnTo>
                    <a:pt x="429" y="3060"/>
                  </a:lnTo>
                  <a:lnTo>
                    <a:pt x="429" y="632"/>
                  </a:lnTo>
                  <a:cubicBezTo>
                    <a:pt x="429" y="513"/>
                    <a:pt x="525" y="417"/>
                    <a:pt x="644" y="417"/>
                  </a:cubicBezTo>
                  <a:lnTo>
                    <a:pt x="3620" y="417"/>
                  </a:lnTo>
                  <a:cubicBezTo>
                    <a:pt x="3739" y="417"/>
                    <a:pt x="3823" y="334"/>
                    <a:pt x="3823" y="215"/>
                  </a:cubicBezTo>
                  <a:cubicBezTo>
                    <a:pt x="3823" y="96"/>
                    <a:pt x="3739" y="1"/>
                    <a:pt x="36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265;p74">
              <a:extLst>
                <a:ext uri="{FF2B5EF4-FFF2-40B4-BE49-F238E27FC236}">
                  <a16:creationId xmlns:a16="http://schemas.microsoft.com/office/drawing/2014/main" id="{FCABDD53-82BD-429F-81AA-347BFC6484D8}"/>
                </a:ext>
              </a:extLst>
            </p:cNvPr>
            <p:cNvSpPr/>
            <p:nvPr/>
          </p:nvSpPr>
          <p:spPr>
            <a:xfrm>
              <a:off x="7342859" y="1449075"/>
              <a:ext cx="456736" cy="440395"/>
            </a:xfrm>
            <a:custGeom>
              <a:avLst/>
              <a:gdLst/>
              <a:ahLst/>
              <a:cxnLst/>
              <a:rect l="l" t="t" r="r" b="b"/>
              <a:pathLst>
                <a:path w="14646" h="14122" extrusionOk="0">
                  <a:moveTo>
                    <a:pt x="4549" y="1"/>
                  </a:moveTo>
                  <a:cubicBezTo>
                    <a:pt x="4430" y="1"/>
                    <a:pt x="4334" y="96"/>
                    <a:pt x="4334" y="215"/>
                  </a:cubicBezTo>
                  <a:cubicBezTo>
                    <a:pt x="4334" y="334"/>
                    <a:pt x="4418" y="418"/>
                    <a:pt x="4549" y="418"/>
                  </a:cubicBezTo>
                  <a:lnTo>
                    <a:pt x="13990" y="418"/>
                  </a:lnTo>
                  <a:cubicBezTo>
                    <a:pt x="14110" y="418"/>
                    <a:pt x="14205" y="513"/>
                    <a:pt x="14205" y="632"/>
                  </a:cubicBezTo>
                  <a:lnTo>
                    <a:pt x="14205" y="3049"/>
                  </a:lnTo>
                  <a:lnTo>
                    <a:pt x="9371" y="3049"/>
                  </a:lnTo>
                  <a:cubicBezTo>
                    <a:pt x="9252" y="3049"/>
                    <a:pt x="9157" y="3144"/>
                    <a:pt x="9157" y="3263"/>
                  </a:cubicBezTo>
                  <a:cubicBezTo>
                    <a:pt x="9157" y="3382"/>
                    <a:pt x="9252" y="3465"/>
                    <a:pt x="9371" y="3465"/>
                  </a:cubicBezTo>
                  <a:lnTo>
                    <a:pt x="14205" y="3465"/>
                  </a:lnTo>
                  <a:lnTo>
                    <a:pt x="14205" y="13491"/>
                  </a:lnTo>
                  <a:cubicBezTo>
                    <a:pt x="14205" y="13610"/>
                    <a:pt x="14110" y="13693"/>
                    <a:pt x="13990" y="13693"/>
                  </a:cubicBezTo>
                  <a:lnTo>
                    <a:pt x="632" y="13693"/>
                  </a:lnTo>
                  <a:cubicBezTo>
                    <a:pt x="513" y="13693"/>
                    <a:pt x="417" y="13610"/>
                    <a:pt x="417" y="13491"/>
                  </a:cubicBezTo>
                  <a:lnTo>
                    <a:pt x="417" y="9883"/>
                  </a:lnTo>
                  <a:cubicBezTo>
                    <a:pt x="417" y="9764"/>
                    <a:pt x="334" y="9681"/>
                    <a:pt x="215" y="9681"/>
                  </a:cubicBezTo>
                  <a:cubicBezTo>
                    <a:pt x="96" y="9681"/>
                    <a:pt x="1" y="9764"/>
                    <a:pt x="1" y="9883"/>
                  </a:cubicBezTo>
                  <a:lnTo>
                    <a:pt x="1" y="13491"/>
                  </a:lnTo>
                  <a:cubicBezTo>
                    <a:pt x="1" y="13848"/>
                    <a:pt x="286" y="14122"/>
                    <a:pt x="644" y="14122"/>
                  </a:cubicBezTo>
                  <a:lnTo>
                    <a:pt x="14002" y="14122"/>
                  </a:lnTo>
                  <a:cubicBezTo>
                    <a:pt x="14360" y="14122"/>
                    <a:pt x="14645" y="13848"/>
                    <a:pt x="14645" y="13491"/>
                  </a:cubicBezTo>
                  <a:lnTo>
                    <a:pt x="14645" y="608"/>
                  </a:lnTo>
                  <a:cubicBezTo>
                    <a:pt x="14633" y="298"/>
                    <a:pt x="14348" y="1"/>
                    <a:pt x="139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70410703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3">
            <a:alphaModFix/>
          </a:blip>
          <a:srcRect t="10127" b="45416"/>
          <a:stretch/>
        </p:blipFill>
        <p:spPr>
          <a:xfrm rot="10800000" flipH="1">
            <a:off x="0" y="3301076"/>
            <a:ext cx="9144003" cy="1900699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 txBox="1">
            <a:spLocks noGrp="1"/>
          </p:cNvSpPr>
          <p:nvPr>
            <p:ph type="title"/>
          </p:nvPr>
        </p:nvSpPr>
        <p:spPr>
          <a:xfrm>
            <a:off x="0" y="2092425"/>
            <a:ext cx="9144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400" dirty="0"/>
              <a:t>Elkészült prototípus </a:t>
            </a:r>
            <a:r>
              <a:rPr lang="hu-HU" sz="4400" dirty="0">
                <a:solidFill>
                  <a:schemeClr val="tx2"/>
                </a:solidFill>
              </a:rPr>
              <a:t>tesztelése</a:t>
            </a:r>
            <a:endParaRPr sz="4400" dirty="0">
              <a:solidFill>
                <a:schemeClr val="tx2"/>
              </a:solidFill>
            </a:endParaRPr>
          </a:p>
        </p:txBody>
      </p:sp>
      <p:sp>
        <p:nvSpPr>
          <p:cNvPr id="545" name="Google Shape;545;p53"/>
          <p:cNvSpPr txBox="1">
            <a:spLocks noGrp="1"/>
          </p:cNvSpPr>
          <p:nvPr>
            <p:ph type="title" idx="2"/>
          </p:nvPr>
        </p:nvSpPr>
        <p:spPr>
          <a:xfrm>
            <a:off x="3790850" y="1038725"/>
            <a:ext cx="13185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46" name="Google Shape;546;p53"/>
          <p:cNvSpPr/>
          <p:nvPr/>
        </p:nvSpPr>
        <p:spPr>
          <a:xfrm rot="5400000" flipH="1">
            <a:off x="-1894565" y="2756963"/>
            <a:ext cx="4270815" cy="4187470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982785"/>
      </p:ext>
    </p:extLst>
  </p:cSld>
  <p:clrMapOvr>
    <a:masterClrMapping/>
  </p:clrMapOvr>
  <p:transition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Szimulátor programban </a:t>
            </a:r>
            <a:r>
              <a:rPr lang="hu-HU" dirty="0">
                <a:solidFill>
                  <a:schemeClr val="tx2"/>
                </a:solidFill>
              </a:rPr>
              <a:t>tesztelés</a:t>
            </a:r>
            <a:endParaRPr dirty="0">
              <a:solidFill>
                <a:schemeClr val="tx2"/>
              </a:solidFill>
            </a:endParaRP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2E97A594-8A28-489D-99D3-FE7AA9BF9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190" y="1161340"/>
            <a:ext cx="6719620" cy="348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753872"/>
      </p:ext>
    </p:extLst>
  </p:cSld>
  <p:clrMapOvr>
    <a:masterClrMapping/>
  </p:clrMapOvr>
  <p:transition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7" name="Google Shape;617;p60"/>
          <p:cNvGrpSpPr/>
          <p:nvPr/>
        </p:nvGrpSpPr>
        <p:grpSpPr>
          <a:xfrm>
            <a:off x="4217052" y="804881"/>
            <a:ext cx="3998371" cy="3395331"/>
            <a:chOff x="331763" y="414153"/>
            <a:chExt cx="6903246" cy="5019697"/>
          </a:xfrm>
        </p:grpSpPr>
        <p:sp>
          <p:nvSpPr>
            <p:cNvPr id="618" name="Google Shape;618;p60"/>
            <p:cNvSpPr/>
            <p:nvPr/>
          </p:nvSpPr>
          <p:spPr>
            <a:xfrm>
              <a:off x="2953125" y="4725150"/>
              <a:ext cx="1660725" cy="708700"/>
            </a:xfrm>
            <a:custGeom>
              <a:avLst/>
              <a:gdLst/>
              <a:ahLst/>
              <a:cxnLst/>
              <a:rect l="l" t="t" r="r" b="b"/>
              <a:pathLst>
                <a:path w="66429" h="28348" extrusionOk="0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60"/>
            <p:cNvSpPr/>
            <p:nvPr/>
          </p:nvSpPr>
          <p:spPr>
            <a:xfrm>
              <a:off x="331763" y="414153"/>
              <a:ext cx="6903246" cy="4353879"/>
            </a:xfrm>
            <a:custGeom>
              <a:avLst/>
              <a:gdLst/>
              <a:ahLst/>
              <a:cxnLst/>
              <a:rect l="l" t="t" r="r" b="b"/>
              <a:pathLst>
                <a:path w="248162" h="181204" extrusionOk="0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60"/>
            <p:cNvSpPr/>
            <p:nvPr/>
          </p:nvSpPr>
          <p:spPr>
            <a:xfrm>
              <a:off x="547300" y="600323"/>
              <a:ext cx="6472159" cy="3981525"/>
            </a:xfrm>
            <a:custGeom>
              <a:avLst/>
              <a:gdLst/>
              <a:ahLst/>
              <a:cxnLst/>
              <a:rect l="l" t="t" r="r" b="b"/>
              <a:pathLst>
                <a:path w="232665" h="165707" extrusionOk="0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60"/>
            <p:cNvSpPr/>
            <p:nvPr/>
          </p:nvSpPr>
          <p:spPr>
            <a:xfrm>
              <a:off x="2772650" y="5206975"/>
              <a:ext cx="2020025" cy="226875"/>
            </a:xfrm>
            <a:custGeom>
              <a:avLst/>
              <a:gdLst/>
              <a:ahLst/>
              <a:cxnLst/>
              <a:rect l="l" t="t" r="r" b="b"/>
              <a:pathLst>
                <a:path w="80801" h="9075" extrusionOk="0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3" name="Google Shape;623;p60"/>
          <p:cNvSpPr txBox="1">
            <a:spLocks noGrp="1"/>
          </p:cNvSpPr>
          <p:nvPr>
            <p:ph type="title"/>
          </p:nvPr>
        </p:nvSpPr>
        <p:spPr>
          <a:xfrm>
            <a:off x="0" y="1637550"/>
            <a:ext cx="38007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Szerver szolgáltatások </a:t>
            </a:r>
            <a:r>
              <a:rPr lang="hu-HU" dirty="0">
                <a:solidFill>
                  <a:schemeClr val="tx2"/>
                </a:solidFill>
              </a:rPr>
              <a:t>tesztelése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624" name="Google Shape;624;p60"/>
          <p:cNvSpPr txBox="1">
            <a:spLocks noGrp="1"/>
          </p:cNvSpPr>
          <p:nvPr>
            <p:ph type="subTitle" idx="1"/>
          </p:nvPr>
        </p:nvSpPr>
        <p:spPr>
          <a:xfrm>
            <a:off x="872400" y="2700750"/>
            <a:ext cx="29283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 err="1"/>
              <a:t>Active</a:t>
            </a:r>
            <a:r>
              <a:rPr lang="hu-HU" dirty="0"/>
              <a:t> </a:t>
            </a:r>
            <a:r>
              <a:rPr lang="hu-HU" dirty="0" err="1"/>
              <a:t>Directory</a:t>
            </a:r>
            <a:r>
              <a:rPr lang="hu-HU" dirty="0"/>
              <a:t>, Csoportházirend</a:t>
            </a:r>
            <a:endParaRPr dirty="0"/>
          </a:p>
        </p:txBody>
      </p:sp>
      <p:pic>
        <p:nvPicPr>
          <p:cNvPr id="10" name="Kép 9" descr="A képen szöveg, képernyőkép, szoftver, Számítógépes ikon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221F4AA7-F120-4737-8BC3-B43E694B6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647" y="882793"/>
            <a:ext cx="3816095" cy="274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870322"/>
      </p:ext>
    </p:extLst>
  </p:cSld>
  <p:clrMapOvr>
    <a:masterClrMapping/>
  </p:clrMapOvr>
  <p:transition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65"/>
          <p:cNvPicPr preferRelativeResize="0"/>
          <p:nvPr/>
        </p:nvPicPr>
        <p:blipFill rotWithShape="1">
          <a:blip r:embed="rId3">
            <a:alphaModFix/>
          </a:blip>
          <a:srcRect l="39171" r="5368"/>
          <a:stretch/>
        </p:blipFill>
        <p:spPr>
          <a:xfrm>
            <a:off x="6153199" y="0"/>
            <a:ext cx="30052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65"/>
          <p:cNvSpPr txBox="1">
            <a:spLocks noGrp="1"/>
          </p:cNvSpPr>
          <p:nvPr>
            <p:ph type="title"/>
          </p:nvPr>
        </p:nvSpPr>
        <p:spPr>
          <a:xfrm>
            <a:off x="1770547" y="2081225"/>
            <a:ext cx="4710081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Project </a:t>
            </a:r>
            <a:r>
              <a:rPr lang="hu-HU" sz="4000" dirty="0">
                <a:solidFill>
                  <a:schemeClr val="tx2"/>
                </a:solidFill>
              </a:rPr>
              <a:t>management</a:t>
            </a:r>
            <a:endParaRPr sz="4000" dirty="0">
              <a:solidFill>
                <a:schemeClr val="tx2"/>
              </a:solidFill>
            </a:endParaRPr>
          </a:p>
        </p:txBody>
      </p:sp>
      <p:sp>
        <p:nvSpPr>
          <p:cNvPr id="704" name="Google Shape;704;p65"/>
          <p:cNvSpPr txBox="1">
            <a:spLocks noGrp="1"/>
          </p:cNvSpPr>
          <p:nvPr>
            <p:ph type="title" idx="2"/>
          </p:nvPr>
        </p:nvSpPr>
        <p:spPr>
          <a:xfrm>
            <a:off x="4189350" y="1165325"/>
            <a:ext cx="13185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05" name="Google Shape;705;p65"/>
          <p:cNvSpPr/>
          <p:nvPr/>
        </p:nvSpPr>
        <p:spPr>
          <a:xfrm flipH="1">
            <a:off x="6057774" y="1577441"/>
            <a:ext cx="5215451" cy="511367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65"/>
          <p:cNvSpPr/>
          <p:nvPr/>
        </p:nvSpPr>
        <p:spPr>
          <a:xfrm rot="5400000" flipH="1">
            <a:off x="-1987626" y="-2376621"/>
            <a:ext cx="5215451" cy="511367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9336439"/>
      </p:ext>
    </p:extLst>
  </p:cSld>
  <p:clrMapOvr>
    <a:masterClrMapping/>
  </p:clrMapOvr>
  <p:transition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6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>
                <a:solidFill>
                  <a:schemeClr val="tx2"/>
                </a:solidFill>
              </a:rPr>
              <a:t>Timeline</a:t>
            </a:r>
            <a:r>
              <a:rPr lang="hu-HU" dirty="0"/>
              <a:t> of </a:t>
            </a:r>
            <a:r>
              <a:rPr lang="hu-HU" dirty="0" err="1"/>
              <a:t>creating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final</a:t>
            </a:r>
            <a:r>
              <a:rPr lang="hu-HU" dirty="0"/>
              <a:t> project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667" name="Google Shape;667;p64"/>
          <p:cNvSpPr/>
          <p:nvPr/>
        </p:nvSpPr>
        <p:spPr>
          <a:xfrm>
            <a:off x="1531125" y="1514100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64"/>
          <p:cNvSpPr/>
          <p:nvPr/>
        </p:nvSpPr>
        <p:spPr>
          <a:xfrm>
            <a:off x="3495025" y="1514100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64"/>
          <p:cNvSpPr/>
          <p:nvPr/>
        </p:nvSpPr>
        <p:spPr>
          <a:xfrm>
            <a:off x="5458925" y="1514100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64"/>
          <p:cNvSpPr/>
          <p:nvPr/>
        </p:nvSpPr>
        <p:spPr>
          <a:xfrm>
            <a:off x="7422825" y="1514100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64"/>
          <p:cNvSpPr txBox="1"/>
          <p:nvPr/>
        </p:nvSpPr>
        <p:spPr>
          <a:xfrm flipH="1">
            <a:off x="713125" y="2014975"/>
            <a:ext cx="1812300" cy="40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hu-HU" sz="1200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Coming</a:t>
            </a:r>
            <a:r>
              <a:rPr lang="hu-HU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hu-HU" sz="1200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up</a:t>
            </a:r>
            <a:r>
              <a:rPr lang="hu-HU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hu-HU" sz="1200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with</a:t>
            </a:r>
            <a:r>
              <a:rPr lang="hu-HU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an idea</a:t>
            </a:r>
          </a:p>
        </p:txBody>
      </p:sp>
      <p:sp>
        <p:nvSpPr>
          <p:cNvPr id="672" name="Google Shape;672;p64"/>
          <p:cNvSpPr txBox="1"/>
          <p:nvPr/>
        </p:nvSpPr>
        <p:spPr>
          <a:xfrm flipH="1">
            <a:off x="2677025" y="2014975"/>
            <a:ext cx="1812300" cy="40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hu-HU" sz="1200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Creating</a:t>
            </a:r>
            <a:r>
              <a:rPr lang="hu-HU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 </a:t>
            </a:r>
            <a:r>
              <a:rPr lang="hu-HU" sz="1200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simulation</a:t>
            </a:r>
            <a:endParaRPr lang="hu-HU" sz="12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73" name="Google Shape;673;p64"/>
          <p:cNvSpPr txBox="1"/>
          <p:nvPr/>
        </p:nvSpPr>
        <p:spPr>
          <a:xfrm flipH="1">
            <a:off x="4640925" y="2014975"/>
            <a:ext cx="1812300" cy="40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hu-HU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Testing</a:t>
            </a:r>
          </a:p>
        </p:txBody>
      </p:sp>
      <p:sp>
        <p:nvSpPr>
          <p:cNvPr id="674" name="Google Shape;674;p64"/>
          <p:cNvSpPr txBox="1"/>
          <p:nvPr/>
        </p:nvSpPr>
        <p:spPr>
          <a:xfrm flipH="1">
            <a:off x="6604825" y="2014975"/>
            <a:ext cx="1812300" cy="40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Debugging</a:t>
            </a:r>
            <a:r>
              <a:rPr lang="hu-HU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lang="hu-HU" sz="1200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error</a:t>
            </a:r>
            <a:r>
              <a:rPr lang="hu-HU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hu-HU" sz="1200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removal</a:t>
            </a:r>
            <a:endParaRPr sz="12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675" name="Google Shape;675;p64"/>
          <p:cNvCxnSpPr>
            <a:stCxn id="667" idx="3"/>
            <a:endCxn id="668" idx="1"/>
          </p:cNvCxnSpPr>
          <p:nvPr/>
        </p:nvCxnSpPr>
        <p:spPr>
          <a:xfrm>
            <a:off x="1707525" y="16023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64"/>
          <p:cNvCxnSpPr>
            <a:stCxn id="668" idx="3"/>
            <a:endCxn id="669" idx="1"/>
          </p:cNvCxnSpPr>
          <p:nvPr/>
        </p:nvCxnSpPr>
        <p:spPr>
          <a:xfrm>
            <a:off x="3671425" y="16023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64"/>
          <p:cNvCxnSpPr>
            <a:stCxn id="669" idx="3"/>
            <a:endCxn id="670" idx="1"/>
          </p:cNvCxnSpPr>
          <p:nvPr/>
        </p:nvCxnSpPr>
        <p:spPr>
          <a:xfrm>
            <a:off x="5635325" y="16023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8" name="Google Shape;678;p64"/>
          <p:cNvCxnSpPr>
            <a:stCxn id="667" idx="2"/>
            <a:endCxn id="671" idx="0"/>
          </p:cNvCxnSpPr>
          <p:nvPr/>
        </p:nvCxnSpPr>
        <p:spPr>
          <a:xfrm>
            <a:off x="1619325" y="16905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9" name="Google Shape;679;p64"/>
          <p:cNvCxnSpPr>
            <a:stCxn id="668" idx="2"/>
            <a:endCxn id="672" idx="0"/>
          </p:cNvCxnSpPr>
          <p:nvPr/>
        </p:nvCxnSpPr>
        <p:spPr>
          <a:xfrm>
            <a:off x="3583225" y="16905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0" name="Google Shape;680;p64"/>
          <p:cNvCxnSpPr>
            <a:stCxn id="669" idx="2"/>
            <a:endCxn id="673" idx="0"/>
          </p:cNvCxnSpPr>
          <p:nvPr/>
        </p:nvCxnSpPr>
        <p:spPr>
          <a:xfrm>
            <a:off x="5547125" y="16905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1" name="Google Shape;681;p64"/>
          <p:cNvCxnSpPr>
            <a:stCxn id="670" idx="2"/>
            <a:endCxn id="674" idx="0"/>
          </p:cNvCxnSpPr>
          <p:nvPr/>
        </p:nvCxnSpPr>
        <p:spPr>
          <a:xfrm>
            <a:off x="7511025" y="16905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2" name="Google Shape;682;p64"/>
          <p:cNvSpPr/>
          <p:nvPr/>
        </p:nvSpPr>
        <p:spPr>
          <a:xfrm>
            <a:off x="1531125" y="3196150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64"/>
          <p:cNvSpPr/>
          <p:nvPr/>
        </p:nvSpPr>
        <p:spPr>
          <a:xfrm>
            <a:off x="3495025" y="3196150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64"/>
          <p:cNvSpPr/>
          <p:nvPr/>
        </p:nvSpPr>
        <p:spPr>
          <a:xfrm>
            <a:off x="5458925" y="3196150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64"/>
          <p:cNvSpPr/>
          <p:nvPr/>
        </p:nvSpPr>
        <p:spPr>
          <a:xfrm>
            <a:off x="7422825" y="3196150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64"/>
          <p:cNvSpPr txBox="1"/>
          <p:nvPr/>
        </p:nvSpPr>
        <p:spPr>
          <a:xfrm flipH="1">
            <a:off x="713125" y="3697025"/>
            <a:ext cx="1812300" cy="40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Applying what </a:t>
            </a:r>
            <a:r>
              <a:rPr lang="hu-HU" sz="1200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we</a:t>
            </a:r>
            <a:r>
              <a:rPr lang="en-US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have learnt in the meantime</a:t>
            </a:r>
            <a:endParaRPr lang="hu-HU" sz="12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87" name="Google Shape;687;p64"/>
          <p:cNvSpPr txBox="1"/>
          <p:nvPr/>
        </p:nvSpPr>
        <p:spPr>
          <a:xfrm flipH="1">
            <a:off x="2677025" y="3697025"/>
            <a:ext cx="1812300" cy="40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Documenting</a:t>
            </a:r>
            <a:r>
              <a:rPr lang="hu-HU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hu-HU" sz="1200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everything</a:t>
            </a:r>
            <a:endParaRPr sz="12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88" name="Google Shape;688;p64"/>
          <p:cNvSpPr txBox="1"/>
          <p:nvPr/>
        </p:nvSpPr>
        <p:spPr>
          <a:xfrm flipH="1">
            <a:off x="4640925" y="3697025"/>
            <a:ext cx="1812300" cy="40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Finishing</a:t>
            </a:r>
            <a:r>
              <a:rPr lang="hu-HU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hu-HU" sz="1200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touches</a:t>
            </a:r>
            <a:endParaRPr sz="12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89" name="Google Shape;689;p64"/>
          <p:cNvSpPr txBox="1"/>
          <p:nvPr/>
        </p:nvSpPr>
        <p:spPr>
          <a:xfrm flipH="1">
            <a:off x="6604825" y="3697025"/>
            <a:ext cx="1812300" cy="40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200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Complete</a:t>
            </a:r>
            <a:r>
              <a:rPr lang="hu-HU" sz="1200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project</a:t>
            </a:r>
            <a:endParaRPr sz="1200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690" name="Google Shape;690;p64"/>
          <p:cNvCxnSpPr>
            <a:stCxn id="682" idx="3"/>
            <a:endCxn id="683" idx="1"/>
          </p:cNvCxnSpPr>
          <p:nvPr/>
        </p:nvCxnSpPr>
        <p:spPr>
          <a:xfrm>
            <a:off x="1707525" y="32843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1" name="Google Shape;691;p64"/>
          <p:cNvCxnSpPr>
            <a:stCxn id="683" idx="3"/>
            <a:endCxn id="684" idx="1"/>
          </p:cNvCxnSpPr>
          <p:nvPr/>
        </p:nvCxnSpPr>
        <p:spPr>
          <a:xfrm>
            <a:off x="3671425" y="32843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2" name="Google Shape;692;p64"/>
          <p:cNvCxnSpPr>
            <a:stCxn id="684" idx="3"/>
            <a:endCxn id="685" idx="1"/>
          </p:cNvCxnSpPr>
          <p:nvPr/>
        </p:nvCxnSpPr>
        <p:spPr>
          <a:xfrm>
            <a:off x="5635325" y="32843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3" name="Google Shape;693;p64"/>
          <p:cNvCxnSpPr>
            <a:stCxn id="682" idx="2"/>
            <a:endCxn id="686" idx="0"/>
          </p:cNvCxnSpPr>
          <p:nvPr/>
        </p:nvCxnSpPr>
        <p:spPr>
          <a:xfrm>
            <a:off x="1619325" y="337255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4" name="Google Shape;694;p64"/>
          <p:cNvCxnSpPr>
            <a:stCxn id="683" idx="2"/>
            <a:endCxn id="687" idx="0"/>
          </p:cNvCxnSpPr>
          <p:nvPr/>
        </p:nvCxnSpPr>
        <p:spPr>
          <a:xfrm>
            <a:off x="3583225" y="337255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5" name="Google Shape;695;p64"/>
          <p:cNvCxnSpPr>
            <a:stCxn id="684" idx="2"/>
            <a:endCxn id="688" idx="0"/>
          </p:cNvCxnSpPr>
          <p:nvPr/>
        </p:nvCxnSpPr>
        <p:spPr>
          <a:xfrm>
            <a:off x="5547125" y="337255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6" name="Google Shape;696;p64"/>
          <p:cNvCxnSpPr>
            <a:stCxn id="685" idx="2"/>
            <a:endCxn id="689" idx="0"/>
          </p:cNvCxnSpPr>
          <p:nvPr/>
        </p:nvCxnSpPr>
        <p:spPr>
          <a:xfrm>
            <a:off x="7511025" y="337255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7" name="Google Shape;697;p64"/>
          <p:cNvCxnSpPr>
            <a:stCxn id="670" idx="3"/>
            <a:endCxn id="682" idx="1"/>
          </p:cNvCxnSpPr>
          <p:nvPr/>
        </p:nvCxnSpPr>
        <p:spPr>
          <a:xfrm flipH="1">
            <a:off x="1531125" y="1602300"/>
            <a:ext cx="6068100" cy="1682100"/>
          </a:xfrm>
          <a:prstGeom prst="bentConnector5">
            <a:avLst>
              <a:gd name="adj1" fmla="val -13351"/>
              <a:gd name="adj2" fmla="val 70925"/>
              <a:gd name="adj3" fmla="val 112968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DF917CB-D04D-48E7-AC3E-FF3E1DDB7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632170"/>
      </p:ext>
    </p:extLst>
  </p:cSld>
  <p:clrMapOvr>
    <a:masterClrMapping/>
  </p:clrMapOvr>
  <p:transition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69"/>
          <p:cNvSpPr txBox="1">
            <a:spLocks noGrp="1"/>
          </p:cNvSpPr>
          <p:nvPr>
            <p:ph type="subTitle" idx="3"/>
          </p:nvPr>
        </p:nvSpPr>
        <p:spPr>
          <a:xfrm>
            <a:off x="5414642" y="20557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 dirty="0" err="1"/>
              <a:t>Pintyák</a:t>
            </a:r>
            <a:r>
              <a:rPr lang="hu-HU" sz="2400" dirty="0"/>
              <a:t> Róbert</a:t>
            </a:r>
          </a:p>
        </p:txBody>
      </p:sp>
      <p:sp>
        <p:nvSpPr>
          <p:cNvPr id="867" name="Google Shape;867;p69"/>
          <p:cNvSpPr txBox="1">
            <a:spLocks noGrp="1"/>
          </p:cNvSpPr>
          <p:nvPr>
            <p:ph type="subTitle" idx="4"/>
          </p:nvPr>
        </p:nvSpPr>
        <p:spPr>
          <a:xfrm>
            <a:off x="864394" y="2055725"/>
            <a:ext cx="322433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400" dirty="0"/>
              <a:t>Szécsényi Szabolcs</a:t>
            </a:r>
            <a:endParaRPr dirty="0"/>
          </a:p>
        </p:txBody>
      </p:sp>
      <p:sp>
        <p:nvSpPr>
          <p:cNvPr id="870" name="Google Shape;870;p6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3200" b="1" dirty="0" err="1">
                <a:solidFill>
                  <a:schemeClr val="accent1"/>
                </a:solidFill>
                <a:latin typeface="Poppins"/>
              </a:rPr>
              <a:t>Sharing</a:t>
            </a:r>
            <a:r>
              <a:rPr lang="hu-HU" sz="3200" b="1" dirty="0">
                <a:solidFill>
                  <a:schemeClr val="accent1"/>
                </a:solidFill>
                <a:latin typeface="Poppins"/>
              </a:rPr>
              <a:t> </a:t>
            </a:r>
            <a:r>
              <a:rPr lang="hu-HU" sz="3200" b="1" dirty="0" err="1">
                <a:solidFill>
                  <a:schemeClr val="tx1"/>
                </a:solidFill>
                <a:latin typeface="Poppins"/>
              </a:rPr>
              <a:t>the</a:t>
            </a:r>
            <a:r>
              <a:rPr lang="hu-HU" sz="3200" b="1" dirty="0">
                <a:solidFill>
                  <a:schemeClr val="tx1"/>
                </a:solidFill>
                <a:latin typeface="Poppins"/>
              </a:rPr>
              <a:t> </a:t>
            </a:r>
            <a:r>
              <a:rPr lang="hu-HU" sz="3200" b="1" dirty="0" err="1">
                <a:solidFill>
                  <a:schemeClr val="tx1"/>
                </a:solidFill>
                <a:latin typeface="Poppins"/>
              </a:rPr>
              <a:t>workload</a:t>
            </a:r>
            <a:endParaRPr lang="hu-HU" sz="3200" b="1" dirty="0">
              <a:solidFill>
                <a:schemeClr val="tx1"/>
              </a:solidFill>
              <a:latin typeface="Poppins"/>
            </a:endParaRPr>
          </a:p>
        </p:txBody>
      </p:sp>
      <p:sp>
        <p:nvSpPr>
          <p:cNvPr id="871" name="Google Shape;871;p69"/>
          <p:cNvSpPr txBox="1">
            <a:spLocks noGrp="1"/>
          </p:cNvSpPr>
          <p:nvPr>
            <p:ph type="subTitle" idx="1"/>
          </p:nvPr>
        </p:nvSpPr>
        <p:spPr>
          <a:xfrm>
            <a:off x="5414651" y="2592010"/>
            <a:ext cx="2505600" cy="572700"/>
          </a:xfrm>
          <a:prstGeom prst="rect">
            <a:avLst/>
          </a:prstGeom>
          <a:solidFill>
            <a:schemeClr val="bg2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Configuring the network</a:t>
            </a:r>
            <a:r>
              <a:rPr lang="hu-HU" dirty="0"/>
              <a:t> </a:t>
            </a:r>
            <a:r>
              <a:rPr lang="hu-HU" dirty="0" err="1"/>
              <a:t>devices</a:t>
            </a:r>
            <a:r>
              <a:rPr lang="en-US" dirty="0"/>
              <a:t>, testing and debugging services</a:t>
            </a:r>
          </a:p>
        </p:txBody>
      </p:sp>
      <p:sp>
        <p:nvSpPr>
          <p:cNvPr id="872" name="Google Shape;872;p69"/>
          <p:cNvSpPr txBox="1">
            <a:spLocks noGrp="1"/>
          </p:cNvSpPr>
          <p:nvPr>
            <p:ph type="subTitle" idx="2"/>
          </p:nvPr>
        </p:nvSpPr>
        <p:spPr>
          <a:xfrm>
            <a:off x="1223760" y="2599154"/>
            <a:ext cx="2505600" cy="572700"/>
          </a:xfrm>
          <a:prstGeom prst="rect">
            <a:avLst/>
          </a:prstGeom>
          <a:solidFill>
            <a:schemeClr val="bg2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Documentation, Setting up the </a:t>
            </a:r>
            <a:r>
              <a:rPr lang="hu-HU" dirty="0" err="1"/>
              <a:t>virtual</a:t>
            </a:r>
            <a:r>
              <a:rPr lang="hu-HU" dirty="0"/>
              <a:t> </a:t>
            </a:r>
            <a:r>
              <a:rPr lang="hu-HU" dirty="0" err="1"/>
              <a:t>machines</a:t>
            </a:r>
            <a:r>
              <a:rPr lang="en-US" dirty="0"/>
              <a:t>, video </a:t>
            </a:r>
            <a:r>
              <a:rPr lang="hu-HU" dirty="0" err="1"/>
              <a:t>editing</a:t>
            </a:r>
            <a:endParaRPr lang="en-US" dirty="0"/>
          </a:p>
        </p:txBody>
      </p:sp>
    </p:spTree>
  </p:cSld>
  <p:clrMapOvr>
    <a:masterClrMapping/>
  </p:clrMapOvr>
  <p:transition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2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  <a:ln w="127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u-HU" sz="60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Köszönjük a figyelmet!</a:t>
            </a:r>
            <a:endParaRPr sz="6000" i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7" name="Google Shape;537;p52"/>
          <p:cNvSpPr/>
          <p:nvPr/>
        </p:nvSpPr>
        <p:spPr>
          <a:xfrm rot="-5400000">
            <a:off x="6719700" y="-389604"/>
            <a:ext cx="5862987" cy="574857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52"/>
          <p:cNvSpPr/>
          <p:nvPr/>
        </p:nvSpPr>
        <p:spPr>
          <a:xfrm rot="5400000" flipH="1">
            <a:off x="-3438687" y="-389604"/>
            <a:ext cx="5862987" cy="5748571"/>
          </a:xfrm>
          <a:custGeom>
            <a:avLst/>
            <a:gdLst/>
            <a:ahLst/>
            <a:cxnLst/>
            <a:rect l="l" t="t" r="r" b="b"/>
            <a:pathLst>
              <a:path w="158032" h="154948" extrusionOk="0">
                <a:moveTo>
                  <a:pt x="68675" y="14585"/>
                </a:moveTo>
                <a:cubicBezTo>
                  <a:pt x="68973" y="14585"/>
                  <a:pt x="69211" y="14823"/>
                  <a:pt x="69211" y="15121"/>
                </a:cubicBezTo>
                <a:cubicBezTo>
                  <a:pt x="69211" y="15419"/>
                  <a:pt x="68973" y="15657"/>
                  <a:pt x="68675" y="15657"/>
                </a:cubicBezTo>
                <a:cubicBezTo>
                  <a:pt x="68378" y="15645"/>
                  <a:pt x="68140" y="15407"/>
                  <a:pt x="68140" y="15121"/>
                </a:cubicBezTo>
                <a:cubicBezTo>
                  <a:pt x="68140" y="14823"/>
                  <a:pt x="68378" y="14585"/>
                  <a:pt x="68675" y="14585"/>
                </a:cubicBezTo>
                <a:close/>
                <a:moveTo>
                  <a:pt x="76950" y="17931"/>
                </a:moveTo>
                <a:cubicBezTo>
                  <a:pt x="77248" y="17943"/>
                  <a:pt x="77486" y="18181"/>
                  <a:pt x="77486" y="18467"/>
                </a:cubicBezTo>
                <a:cubicBezTo>
                  <a:pt x="77486" y="18764"/>
                  <a:pt x="77248" y="19002"/>
                  <a:pt x="76950" y="19002"/>
                </a:cubicBezTo>
                <a:cubicBezTo>
                  <a:pt x="76653" y="19002"/>
                  <a:pt x="76414" y="18764"/>
                  <a:pt x="76414" y="18467"/>
                </a:cubicBezTo>
                <a:cubicBezTo>
                  <a:pt x="76414" y="18169"/>
                  <a:pt x="76653" y="17931"/>
                  <a:pt x="76950" y="17931"/>
                </a:cubicBezTo>
                <a:close/>
                <a:moveTo>
                  <a:pt x="76950" y="17645"/>
                </a:moveTo>
                <a:cubicBezTo>
                  <a:pt x="76498" y="17657"/>
                  <a:pt x="76129" y="18026"/>
                  <a:pt x="76129" y="18467"/>
                </a:cubicBezTo>
                <a:cubicBezTo>
                  <a:pt x="76129" y="18919"/>
                  <a:pt x="76498" y="19288"/>
                  <a:pt x="76950" y="19288"/>
                </a:cubicBezTo>
                <a:cubicBezTo>
                  <a:pt x="77391" y="19288"/>
                  <a:pt x="77760" y="18919"/>
                  <a:pt x="77760" y="18467"/>
                </a:cubicBezTo>
                <a:cubicBezTo>
                  <a:pt x="77760" y="18026"/>
                  <a:pt x="77391" y="17645"/>
                  <a:pt x="76950" y="17645"/>
                </a:cubicBezTo>
                <a:close/>
                <a:moveTo>
                  <a:pt x="70938" y="19217"/>
                </a:moveTo>
                <a:cubicBezTo>
                  <a:pt x="71235" y="19217"/>
                  <a:pt x="71473" y="19443"/>
                  <a:pt x="71473" y="19741"/>
                </a:cubicBezTo>
                <a:cubicBezTo>
                  <a:pt x="71473" y="20038"/>
                  <a:pt x="71235" y="20276"/>
                  <a:pt x="70938" y="20276"/>
                </a:cubicBezTo>
                <a:cubicBezTo>
                  <a:pt x="70931" y="20277"/>
                  <a:pt x="70924" y="20277"/>
                  <a:pt x="70917" y="20277"/>
                </a:cubicBezTo>
                <a:cubicBezTo>
                  <a:pt x="70629" y="20277"/>
                  <a:pt x="70402" y="20031"/>
                  <a:pt x="70402" y="19741"/>
                </a:cubicBezTo>
                <a:cubicBezTo>
                  <a:pt x="70402" y="19443"/>
                  <a:pt x="70640" y="19217"/>
                  <a:pt x="70938" y="19217"/>
                </a:cubicBezTo>
                <a:close/>
                <a:moveTo>
                  <a:pt x="76950" y="20884"/>
                </a:moveTo>
                <a:cubicBezTo>
                  <a:pt x="77248" y="20884"/>
                  <a:pt x="77486" y="21134"/>
                  <a:pt x="77486" y="21419"/>
                </a:cubicBezTo>
                <a:cubicBezTo>
                  <a:pt x="77486" y="21717"/>
                  <a:pt x="77248" y="21955"/>
                  <a:pt x="76950" y="21955"/>
                </a:cubicBezTo>
                <a:cubicBezTo>
                  <a:pt x="76653" y="21955"/>
                  <a:pt x="76414" y="21717"/>
                  <a:pt x="76414" y="21419"/>
                </a:cubicBezTo>
                <a:cubicBezTo>
                  <a:pt x="76414" y="21122"/>
                  <a:pt x="76653" y="20884"/>
                  <a:pt x="76950" y="20884"/>
                </a:cubicBezTo>
                <a:close/>
                <a:moveTo>
                  <a:pt x="76950" y="20598"/>
                </a:moveTo>
                <a:cubicBezTo>
                  <a:pt x="76498" y="20598"/>
                  <a:pt x="76129" y="20967"/>
                  <a:pt x="76129" y="21419"/>
                </a:cubicBezTo>
                <a:cubicBezTo>
                  <a:pt x="76129" y="21860"/>
                  <a:pt x="76498" y="22229"/>
                  <a:pt x="76950" y="22229"/>
                </a:cubicBezTo>
                <a:cubicBezTo>
                  <a:pt x="77391" y="22229"/>
                  <a:pt x="77760" y="21860"/>
                  <a:pt x="77760" y="21419"/>
                </a:cubicBezTo>
                <a:cubicBezTo>
                  <a:pt x="77760" y="20967"/>
                  <a:pt x="77391" y="20598"/>
                  <a:pt x="76950" y="20598"/>
                </a:cubicBezTo>
                <a:close/>
                <a:moveTo>
                  <a:pt x="32385" y="24158"/>
                </a:moveTo>
                <a:cubicBezTo>
                  <a:pt x="32683" y="24158"/>
                  <a:pt x="32921" y="24396"/>
                  <a:pt x="32921" y="24694"/>
                </a:cubicBezTo>
                <a:cubicBezTo>
                  <a:pt x="32921" y="24991"/>
                  <a:pt x="32683" y="25229"/>
                  <a:pt x="32385" y="25229"/>
                </a:cubicBezTo>
                <a:cubicBezTo>
                  <a:pt x="32087" y="25229"/>
                  <a:pt x="31849" y="24991"/>
                  <a:pt x="31849" y="24694"/>
                </a:cubicBezTo>
                <a:cubicBezTo>
                  <a:pt x="31849" y="24396"/>
                  <a:pt x="32087" y="24158"/>
                  <a:pt x="32385" y="24158"/>
                </a:cubicBezTo>
                <a:close/>
                <a:moveTo>
                  <a:pt x="34647" y="24158"/>
                </a:moveTo>
                <a:cubicBezTo>
                  <a:pt x="34945" y="24158"/>
                  <a:pt x="35183" y="24396"/>
                  <a:pt x="35183" y="24694"/>
                </a:cubicBezTo>
                <a:cubicBezTo>
                  <a:pt x="35183" y="24991"/>
                  <a:pt x="34945" y="25229"/>
                  <a:pt x="34647" y="25229"/>
                </a:cubicBezTo>
                <a:cubicBezTo>
                  <a:pt x="34350" y="25229"/>
                  <a:pt x="34112" y="24991"/>
                  <a:pt x="34112" y="24694"/>
                </a:cubicBezTo>
                <a:cubicBezTo>
                  <a:pt x="34112" y="24396"/>
                  <a:pt x="34350" y="24158"/>
                  <a:pt x="34647" y="24158"/>
                </a:cubicBezTo>
                <a:close/>
                <a:moveTo>
                  <a:pt x="36909" y="24158"/>
                </a:moveTo>
                <a:cubicBezTo>
                  <a:pt x="37207" y="24158"/>
                  <a:pt x="37445" y="24396"/>
                  <a:pt x="37445" y="24694"/>
                </a:cubicBezTo>
                <a:cubicBezTo>
                  <a:pt x="37445" y="24991"/>
                  <a:pt x="37207" y="25229"/>
                  <a:pt x="36909" y="25229"/>
                </a:cubicBezTo>
                <a:cubicBezTo>
                  <a:pt x="36612" y="25229"/>
                  <a:pt x="36374" y="24991"/>
                  <a:pt x="36374" y="24694"/>
                </a:cubicBezTo>
                <a:cubicBezTo>
                  <a:pt x="36374" y="24396"/>
                  <a:pt x="36612" y="24158"/>
                  <a:pt x="36909" y="24158"/>
                </a:cubicBezTo>
                <a:close/>
                <a:moveTo>
                  <a:pt x="76950" y="23455"/>
                </a:moveTo>
                <a:cubicBezTo>
                  <a:pt x="76426" y="23455"/>
                  <a:pt x="75998" y="23884"/>
                  <a:pt x="75998" y="24408"/>
                </a:cubicBezTo>
                <a:cubicBezTo>
                  <a:pt x="75998" y="24932"/>
                  <a:pt x="76426" y="25360"/>
                  <a:pt x="76950" y="25360"/>
                </a:cubicBezTo>
                <a:cubicBezTo>
                  <a:pt x="77462" y="25360"/>
                  <a:pt x="77903" y="24932"/>
                  <a:pt x="77903" y="24408"/>
                </a:cubicBezTo>
                <a:cubicBezTo>
                  <a:pt x="77903" y="23884"/>
                  <a:pt x="77462" y="23455"/>
                  <a:pt x="76950" y="23455"/>
                </a:cubicBezTo>
                <a:close/>
                <a:moveTo>
                  <a:pt x="59412" y="26277"/>
                </a:moveTo>
                <a:cubicBezTo>
                  <a:pt x="59710" y="26277"/>
                  <a:pt x="59948" y="26515"/>
                  <a:pt x="59948" y="26813"/>
                </a:cubicBezTo>
                <a:cubicBezTo>
                  <a:pt x="59948" y="27111"/>
                  <a:pt x="59710" y="27349"/>
                  <a:pt x="59412" y="27349"/>
                </a:cubicBezTo>
                <a:cubicBezTo>
                  <a:pt x="59115" y="27337"/>
                  <a:pt x="58877" y="27099"/>
                  <a:pt x="58877" y="26813"/>
                </a:cubicBezTo>
                <a:cubicBezTo>
                  <a:pt x="58877" y="26515"/>
                  <a:pt x="59115" y="26277"/>
                  <a:pt x="59412" y="26277"/>
                </a:cubicBezTo>
                <a:close/>
                <a:moveTo>
                  <a:pt x="41660" y="28182"/>
                </a:moveTo>
                <a:cubicBezTo>
                  <a:pt x="41958" y="28182"/>
                  <a:pt x="42196" y="28420"/>
                  <a:pt x="42196" y="28718"/>
                </a:cubicBezTo>
                <a:cubicBezTo>
                  <a:pt x="42196" y="29016"/>
                  <a:pt x="41958" y="29254"/>
                  <a:pt x="41660" y="29254"/>
                </a:cubicBezTo>
                <a:cubicBezTo>
                  <a:pt x="41362" y="29254"/>
                  <a:pt x="41124" y="29016"/>
                  <a:pt x="41124" y="28718"/>
                </a:cubicBezTo>
                <a:cubicBezTo>
                  <a:pt x="41124" y="28420"/>
                  <a:pt x="41362" y="28182"/>
                  <a:pt x="41660" y="28182"/>
                </a:cubicBezTo>
                <a:close/>
                <a:moveTo>
                  <a:pt x="44327" y="32635"/>
                </a:moveTo>
                <a:cubicBezTo>
                  <a:pt x="44625" y="32635"/>
                  <a:pt x="44863" y="32873"/>
                  <a:pt x="44863" y="33171"/>
                </a:cubicBezTo>
                <a:cubicBezTo>
                  <a:pt x="44863" y="33469"/>
                  <a:pt x="44625" y="33707"/>
                  <a:pt x="44327" y="33707"/>
                </a:cubicBezTo>
                <a:cubicBezTo>
                  <a:pt x="44029" y="33707"/>
                  <a:pt x="43791" y="33469"/>
                  <a:pt x="43791" y="33171"/>
                </a:cubicBezTo>
                <a:cubicBezTo>
                  <a:pt x="43791" y="32873"/>
                  <a:pt x="44029" y="32635"/>
                  <a:pt x="44327" y="32635"/>
                </a:cubicBezTo>
                <a:close/>
                <a:moveTo>
                  <a:pt x="88690" y="33504"/>
                </a:moveTo>
                <a:cubicBezTo>
                  <a:pt x="88987" y="33504"/>
                  <a:pt x="89226" y="33742"/>
                  <a:pt x="89226" y="34040"/>
                </a:cubicBezTo>
                <a:cubicBezTo>
                  <a:pt x="89226" y="34338"/>
                  <a:pt x="88987" y="34576"/>
                  <a:pt x="88690" y="34576"/>
                </a:cubicBezTo>
                <a:cubicBezTo>
                  <a:pt x="88392" y="34552"/>
                  <a:pt x="88154" y="34314"/>
                  <a:pt x="88154" y="34040"/>
                </a:cubicBezTo>
                <a:cubicBezTo>
                  <a:pt x="88154" y="33742"/>
                  <a:pt x="88392" y="33504"/>
                  <a:pt x="88690" y="33504"/>
                </a:cubicBezTo>
                <a:close/>
                <a:moveTo>
                  <a:pt x="115896" y="33980"/>
                </a:moveTo>
                <a:cubicBezTo>
                  <a:pt x="116193" y="33980"/>
                  <a:pt x="116431" y="34219"/>
                  <a:pt x="116431" y="34516"/>
                </a:cubicBezTo>
                <a:cubicBezTo>
                  <a:pt x="116431" y="34814"/>
                  <a:pt x="116193" y="35052"/>
                  <a:pt x="115896" y="35052"/>
                </a:cubicBezTo>
                <a:cubicBezTo>
                  <a:pt x="115598" y="35052"/>
                  <a:pt x="115360" y="34814"/>
                  <a:pt x="115360" y="34516"/>
                </a:cubicBezTo>
                <a:cubicBezTo>
                  <a:pt x="115360" y="34219"/>
                  <a:pt x="115598" y="33980"/>
                  <a:pt x="115896" y="33980"/>
                </a:cubicBezTo>
                <a:close/>
                <a:moveTo>
                  <a:pt x="87213" y="34969"/>
                </a:moveTo>
                <a:cubicBezTo>
                  <a:pt x="87511" y="34969"/>
                  <a:pt x="87749" y="35207"/>
                  <a:pt x="87749" y="35504"/>
                </a:cubicBezTo>
                <a:cubicBezTo>
                  <a:pt x="87749" y="35802"/>
                  <a:pt x="87511" y="36040"/>
                  <a:pt x="87213" y="36040"/>
                </a:cubicBezTo>
                <a:cubicBezTo>
                  <a:pt x="86916" y="36040"/>
                  <a:pt x="86678" y="35802"/>
                  <a:pt x="86678" y="35504"/>
                </a:cubicBezTo>
                <a:cubicBezTo>
                  <a:pt x="86678" y="35207"/>
                  <a:pt x="86916" y="34969"/>
                  <a:pt x="87213" y="34969"/>
                </a:cubicBezTo>
                <a:close/>
                <a:moveTo>
                  <a:pt x="123099" y="34993"/>
                </a:moveTo>
                <a:cubicBezTo>
                  <a:pt x="123396" y="34993"/>
                  <a:pt x="123635" y="35231"/>
                  <a:pt x="123635" y="35528"/>
                </a:cubicBezTo>
                <a:cubicBezTo>
                  <a:pt x="123635" y="35826"/>
                  <a:pt x="123396" y="36064"/>
                  <a:pt x="123099" y="36064"/>
                </a:cubicBezTo>
                <a:cubicBezTo>
                  <a:pt x="122801" y="36064"/>
                  <a:pt x="122563" y="35826"/>
                  <a:pt x="122563" y="35528"/>
                </a:cubicBezTo>
                <a:cubicBezTo>
                  <a:pt x="122563" y="35231"/>
                  <a:pt x="122801" y="34993"/>
                  <a:pt x="123099" y="34993"/>
                </a:cubicBezTo>
                <a:close/>
                <a:moveTo>
                  <a:pt x="123111" y="34707"/>
                </a:moveTo>
                <a:cubicBezTo>
                  <a:pt x="122670" y="34707"/>
                  <a:pt x="122289" y="35076"/>
                  <a:pt x="122289" y="35528"/>
                </a:cubicBezTo>
                <a:cubicBezTo>
                  <a:pt x="122289" y="35969"/>
                  <a:pt x="122670" y="36338"/>
                  <a:pt x="123111" y="36338"/>
                </a:cubicBezTo>
                <a:cubicBezTo>
                  <a:pt x="123563" y="36338"/>
                  <a:pt x="123932" y="35969"/>
                  <a:pt x="123932" y="35528"/>
                </a:cubicBezTo>
                <a:cubicBezTo>
                  <a:pt x="123932" y="35076"/>
                  <a:pt x="123563" y="34707"/>
                  <a:pt x="123111" y="34707"/>
                </a:cubicBezTo>
                <a:close/>
                <a:moveTo>
                  <a:pt x="79117" y="37100"/>
                </a:moveTo>
                <a:cubicBezTo>
                  <a:pt x="79415" y="37100"/>
                  <a:pt x="79653" y="37338"/>
                  <a:pt x="79653" y="37636"/>
                </a:cubicBezTo>
                <a:cubicBezTo>
                  <a:pt x="79653" y="37933"/>
                  <a:pt x="79415" y="38171"/>
                  <a:pt x="79117" y="38171"/>
                </a:cubicBezTo>
                <a:cubicBezTo>
                  <a:pt x="78819" y="38171"/>
                  <a:pt x="78581" y="37933"/>
                  <a:pt x="78581" y="37636"/>
                </a:cubicBezTo>
                <a:cubicBezTo>
                  <a:pt x="78581" y="37338"/>
                  <a:pt x="78819" y="37100"/>
                  <a:pt x="79117" y="37100"/>
                </a:cubicBezTo>
                <a:close/>
                <a:moveTo>
                  <a:pt x="125361" y="36838"/>
                </a:moveTo>
                <a:cubicBezTo>
                  <a:pt x="124837" y="36838"/>
                  <a:pt x="124409" y="37255"/>
                  <a:pt x="124409" y="37779"/>
                </a:cubicBezTo>
                <a:cubicBezTo>
                  <a:pt x="124409" y="38302"/>
                  <a:pt x="124837" y="38731"/>
                  <a:pt x="125361" y="38731"/>
                </a:cubicBezTo>
                <a:cubicBezTo>
                  <a:pt x="125885" y="38731"/>
                  <a:pt x="126314" y="38302"/>
                  <a:pt x="126314" y="37779"/>
                </a:cubicBezTo>
                <a:cubicBezTo>
                  <a:pt x="126314" y="37267"/>
                  <a:pt x="125885" y="36838"/>
                  <a:pt x="125361" y="36838"/>
                </a:cubicBezTo>
                <a:close/>
                <a:moveTo>
                  <a:pt x="105204" y="39303"/>
                </a:moveTo>
                <a:cubicBezTo>
                  <a:pt x="105501" y="39303"/>
                  <a:pt x="105740" y="39541"/>
                  <a:pt x="105740" y="39838"/>
                </a:cubicBezTo>
                <a:cubicBezTo>
                  <a:pt x="105740" y="40136"/>
                  <a:pt x="105501" y="40374"/>
                  <a:pt x="105204" y="40374"/>
                </a:cubicBezTo>
                <a:cubicBezTo>
                  <a:pt x="104906" y="40374"/>
                  <a:pt x="104668" y="40136"/>
                  <a:pt x="104668" y="39838"/>
                </a:cubicBezTo>
                <a:cubicBezTo>
                  <a:pt x="104668" y="39541"/>
                  <a:pt x="104906" y="39303"/>
                  <a:pt x="105204" y="39303"/>
                </a:cubicBezTo>
                <a:close/>
                <a:moveTo>
                  <a:pt x="127611" y="39517"/>
                </a:moveTo>
                <a:cubicBezTo>
                  <a:pt x="127909" y="39517"/>
                  <a:pt x="128147" y="39767"/>
                  <a:pt x="128147" y="40053"/>
                </a:cubicBezTo>
                <a:cubicBezTo>
                  <a:pt x="128147" y="40350"/>
                  <a:pt x="127909" y="40588"/>
                  <a:pt x="127611" y="40588"/>
                </a:cubicBezTo>
                <a:cubicBezTo>
                  <a:pt x="127314" y="40588"/>
                  <a:pt x="127076" y="40350"/>
                  <a:pt x="127076" y="40053"/>
                </a:cubicBezTo>
                <a:cubicBezTo>
                  <a:pt x="127076" y="39755"/>
                  <a:pt x="127314" y="39517"/>
                  <a:pt x="127611" y="39517"/>
                </a:cubicBezTo>
                <a:close/>
                <a:moveTo>
                  <a:pt x="127623" y="39231"/>
                </a:moveTo>
                <a:cubicBezTo>
                  <a:pt x="127159" y="39231"/>
                  <a:pt x="126802" y="39600"/>
                  <a:pt x="126802" y="40053"/>
                </a:cubicBezTo>
                <a:cubicBezTo>
                  <a:pt x="126802" y="40493"/>
                  <a:pt x="127171" y="40862"/>
                  <a:pt x="127623" y="40862"/>
                </a:cubicBezTo>
                <a:cubicBezTo>
                  <a:pt x="128064" y="40862"/>
                  <a:pt x="128445" y="40493"/>
                  <a:pt x="128445" y="40053"/>
                </a:cubicBezTo>
                <a:cubicBezTo>
                  <a:pt x="128445" y="39600"/>
                  <a:pt x="128064" y="39231"/>
                  <a:pt x="127623" y="39231"/>
                </a:cubicBezTo>
                <a:close/>
                <a:moveTo>
                  <a:pt x="84427" y="41148"/>
                </a:moveTo>
                <a:cubicBezTo>
                  <a:pt x="84725" y="41148"/>
                  <a:pt x="84963" y="41386"/>
                  <a:pt x="84963" y="41684"/>
                </a:cubicBezTo>
                <a:cubicBezTo>
                  <a:pt x="84963" y="41981"/>
                  <a:pt x="84725" y="42220"/>
                  <a:pt x="84427" y="42220"/>
                </a:cubicBezTo>
                <a:cubicBezTo>
                  <a:pt x="84130" y="42220"/>
                  <a:pt x="83892" y="41970"/>
                  <a:pt x="83892" y="41684"/>
                </a:cubicBezTo>
                <a:cubicBezTo>
                  <a:pt x="83892" y="41386"/>
                  <a:pt x="84130" y="41148"/>
                  <a:pt x="84427" y="41148"/>
                </a:cubicBezTo>
                <a:close/>
                <a:moveTo>
                  <a:pt x="66735" y="42589"/>
                </a:moveTo>
                <a:cubicBezTo>
                  <a:pt x="67032" y="42589"/>
                  <a:pt x="67270" y="42827"/>
                  <a:pt x="67270" y="43124"/>
                </a:cubicBezTo>
                <a:cubicBezTo>
                  <a:pt x="67270" y="43422"/>
                  <a:pt x="67032" y="43660"/>
                  <a:pt x="66735" y="43660"/>
                </a:cubicBezTo>
                <a:cubicBezTo>
                  <a:pt x="66437" y="43660"/>
                  <a:pt x="66199" y="43422"/>
                  <a:pt x="66199" y="43124"/>
                </a:cubicBezTo>
                <a:cubicBezTo>
                  <a:pt x="66199" y="42827"/>
                  <a:pt x="66437" y="42589"/>
                  <a:pt x="66735" y="42589"/>
                </a:cubicBezTo>
                <a:close/>
                <a:moveTo>
                  <a:pt x="68675" y="14299"/>
                </a:moveTo>
                <a:cubicBezTo>
                  <a:pt x="68223" y="14299"/>
                  <a:pt x="67854" y="14669"/>
                  <a:pt x="67854" y="15121"/>
                </a:cubicBezTo>
                <a:cubicBezTo>
                  <a:pt x="67854" y="15526"/>
                  <a:pt x="68151" y="15847"/>
                  <a:pt x="68521" y="15919"/>
                </a:cubicBezTo>
                <a:lnTo>
                  <a:pt x="68521" y="35076"/>
                </a:lnTo>
                <a:lnTo>
                  <a:pt x="66604" y="37017"/>
                </a:lnTo>
                <a:lnTo>
                  <a:pt x="66604" y="42327"/>
                </a:lnTo>
                <a:cubicBezTo>
                  <a:pt x="66211" y="42398"/>
                  <a:pt x="65937" y="42720"/>
                  <a:pt x="65937" y="43124"/>
                </a:cubicBezTo>
                <a:cubicBezTo>
                  <a:pt x="65937" y="43577"/>
                  <a:pt x="66306" y="43946"/>
                  <a:pt x="66747" y="43946"/>
                </a:cubicBezTo>
                <a:cubicBezTo>
                  <a:pt x="67199" y="43946"/>
                  <a:pt x="67568" y="43577"/>
                  <a:pt x="67568" y="43124"/>
                </a:cubicBezTo>
                <a:cubicBezTo>
                  <a:pt x="67568" y="42720"/>
                  <a:pt x="67270" y="42398"/>
                  <a:pt x="66901" y="42327"/>
                </a:cubicBezTo>
                <a:lnTo>
                  <a:pt x="66901" y="37136"/>
                </a:lnTo>
                <a:lnTo>
                  <a:pt x="68818" y="35195"/>
                </a:lnTo>
                <a:lnTo>
                  <a:pt x="68818" y="15919"/>
                </a:lnTo>
                <a:cubicBezTo>
                  <a:pt x="69187" y="15847"/>
                  <a:pt x="69485" y="15526"/>
                  <a:pt x="69485" y="15121"/>
                </a:cubicBezTo>
                <a:cubicBezTo>
                  <a:pt x="69485" y="14669"/>
                  <a:pt x="69116" y="14299"/>
                  <a:pt x="68675" y="14299"/>
                </a:cubicBezTo>
                <a:close/>
                <a:moveTo>
                  <a:pt x="62377" y="43267"/>
                </a:moveTo>
                <a:cubicBezTo>
                  <a:pt x="62675" y="43267"/>
                  <a:pt x="62913" y="43505"/>
                  <a:pt x="62913" y="43803"/>
                </a:cubicBezTo>
                <a:cubicBezTo>
                  <a:pt x="62913" y="44101"/>
                  <a:pt x="62675" y="44339"/>
                  <a:pt x="62377" y="44339"/>
                </a:cubicBezTo>
                <a:cubicBezTo>
                  <a:pt x="62079" y="44327"/>
                  <a:pt x="61841" y="44101"/>
                  <a:pt x="61841" y="43803"/>
                </a:cubicBezTo>
                <a:cubicBezTo>
                  <a:pt x="61841" y="43505"/>
                  <a:pt x="62079" y="43267"/>
                  <a:pt x="62377" y="43267"/>
                </a:cubicBezTo>
                <a:close/>
                <a:moveTo>
                  <a:pt x="86678" y="43386"/>
                </a:moveTo>
                <a:cubicBezTo>
                  <a:pt x="86975" y="43386"/>
                  <a:pt x="87213" y="43625"/>
                  <a:pt x="87213" y="43922"/>
                </a:cubicBezTo>
                <a:cubicBezTo>
                  <a:pt x="87213" y="44220"/>
                  <a:pt x="86975" y="44458"/>
                  <a:pt x="86678" y="44458"/>
                </a:cubicBezTo>
                <a:cubicBezTo>
                  <a:pt x="86380" y="44458"/>
                  <a:pt x="86142" y="44220"/>
                  <a:pt x="86142" y="43922"/>
                </a:cubicBezTo>
                <a:cubicBezTo>
                  <a:pt x="86142" y="43625"/>
                  <a:pt x="86380" y="43386"/>
                  <a:pt x="86678" y="43386"/>
                </a:cubicBezTo>
                <a:close/>
                <a:moveTo>
                  <a:pt x="139184" y="44053"/>
                </a:moveTo>
                <a:cubicBezTo>
                  <a:pt x="139482" y="44053"/>
                  <a:pt x="139720" y="44291"/>
                  <a:pt x="139720" y="44589"/>
                </a:cubicBezTo>
                <a:cubicBezTo>
                  <a:pt x="139720" y="44887"/>
                  <a:pt x="139482" y="45125"/>
                  <a:pt x="139184" y="45125"/>
                </a:cubicBezTo>
                <a:cubicBezTo>
                  <a:pt x="138887" y="45125"/>
                  <a:pt x="138648" y="44887"/>
                  <a:pt x="138648" y="44589"/>
                </a:cubicBezTo>
                <a:cubicBezTo>
                  <a:pt x="138648" y="44291"/>
                  <a:pt x="138887" y="44053"/>
                  <a:pt x="139184" y="44053"/>
                </a:cubicBezTo>
                <a:close/>
                <a:moveTo>
                  <a:pt x="41660" y="27908"/>
                </a:moveTo>
                <a:cubicBezTo>
                  <a:pt x="41208" y="27908"/>
                  <a:pt x="40839" y="28277"/>
                  <a:pt x="40839" y="28718"/>
                </a:cubicBezTo>
                <a:cubicBezTo>
                  <a:pt x="40839" y="29123"/>
                  <a:pt x="41136" y="29456"/>
                  <a:pt x="41505" y="29528"/>
                </a:cubicBezTo>
                <a:lnTo>
                  <a:pt x="41505" y="36636"/>
                </a:lnTo>
                <a:lnTo>
                  <a:pt x="32159" y="46065"/>
                </a:lnTo>
                <a:lnTo>
                  <a:pt x="32373" y="46256"/>
                </a:lnTo>
                <a:lnTo>
                  <a:pt x="41767" y="36790"/>
                </a:lnTo>
                <a:lnTo>
                  <a:pt x="41803" y="36743"/>
                </a:lnTo>
                <a:lnTo>
                  <a:pt x="41803" y="29516"/>
                </a:lnTo>
                <a:cubicBezTo>
                  <a:pt x="42184" y="29456"/>
                  <a:pt x="42482" y="29123"/>
                  <a:pt x="42482" y="28718"/>
                </a:cubicBezTo>
                <a:cubicBezTo>
                  <a:pt x="42482" y="28277"/>
                  <a:pt x="42101" y="27908"/>
                  <a:pt x="41660" y="27908"/>
                </a:cubicBezTo>
                <a:close/>
                <a:moveTo>
                  <a:pt x="88940" y="45613"/>
                </a:moveTo>
                <a:cubicBezTo>
                  <a:pt x="89237" y="45613"/>
                  <a:pt x="89476" y="45851"/>
                  <a:pt x="89476" y="46149"/>
                </a:cubicBezTo>
                <a:cubicBezTo>
                  <a:pt x="89476" y="46446"/>
                  <a:pt x="89237" y="46684"/>
                  <a:pt x="88940" y="46684"/>
                </a:cubicBezTo>
                <a:cubicBezTo>
                  <a:pt x="88642" y="46684"/>
                  <a:pt x="88404" y="46446"/>
                  <a:pt x="88404" y="46149"/>
                </a:cubicBezTo>
                <a:cubicBezTo>
                  <a:pt x="88404" y="45851"/>
                  <a:pt x="88642" y="45613"/>
                  <a:pt x="88940" y="45613"/>
                </a:cubicBezTo>
                <a:close/>
                <a:moveTo>
                  <a:pt x="16847" y="48030"/>
                </a:moveTo>
                <a:cubicBezTo>
                  <a:pt x="17145" y="48030"/>
                  <a:pt x="17383" y="48268"/>
                  <a:pt x="17383" y="48566"/>
                </a:cubicBezTo>
                <a:cubicBezTo>
                  <a:pt x="17383" y="48863"/>
                  <a:pt x="17145" y="49101"/>
                  <a:pt x="16847" y="49101"/>
                </a:cubicBezTo>
                <a:cubicBezTo>
                  <a:pt x="16550" y="49101"/>
                  <a:pt x="16312" y="48863"/>
                  <a:pt x="16312" y="48566"/>
                </a:cubicBezTo>
                <a:cubicBezTo>
                  <a:pt x="16312" y="48268"/>
                  <a:pt x="16550" y="48030"/>
                  <a:pt x="16847" y="48030"/>
                </a:cubicBezTo>
                <a:close/>
                <a:moveTo>
                  <a:pt x="19776" y="48030"/>
                </a:moveTo>
                <a:cubicBezTo>
                  <a:pt x="20074" y="48030"/>
                  <a:pt x="20312" y="48268"/>
                  <a:pt x="20312" y="48566"/>
                </a:cubicBezTo>
                <a:cubicBezTo>
                  <a:pt x="20312" y="48863"/>
                  <a:pt x="20074" y="49101"/>
                  <a:pt x="19776" y="49101"/>
                </a:cubicBezTo>
                <a:cubicBezTo>
                  <a:pt x="19479" y="49101"/>
                  <a:pt x="19241" y="48863"/>
                  <a:pt x="19241" y="48566"/>
                </a:cubicBezTo>
                <a:cubicBezTo>
                  <a:pt x="19241" y="48268"/>
                  <a:pt x="19479" y="48030"/>
                  <a:pt x="19776" y="48030"/>
                </a:cubicBezTo>
                <a:close/>
                <a:moveTo>
                  <a:pt x="16859" y="47744"/>
                </a:moveTo>
                <a:cubicBezTo>
                  <a:pt x="16419" y="47744"/>
                  <a:pt x="16038" y="48113"/>
                  <a:pt x="16038" y="48566"/>
                </a:cubicBezTo>
                <a:cubicBezTo>
                  <a:pt x="16038" y="49006"/>
                  <a:pt x="16419" y="49375"/>
                  <a:pt x="16859" y="49375"/>
                </a:cubicBezTo>
                <a:cubicBezTo>
                  <a:pt x="17312" y="49375"/>
                  <a:pt x="17681" y="49006"/>
                  <a:pt x="17681" y="48566"/>
                </a:cubicBezTo>
                <a:cubicBezTo>
                  <a:pt x="17681" y="48113"/>
                  <a:pt x="17312" y="47744"/>
                  <a:pt x="16859" y="47744"/>
                </a:cubicBezTo>
                <a:close/>
                <a:moveTo>
                  <a:pt x="19776" y="47744"/>
                </a:moveTo>
                <a:cubicBezTo>
                  <a:pt x="19336" y="47744"/>
                  <a:pt x="18967" y="48113"/>
                  <a:pt x="18967" y="48566"/>
                </a:cubicBezTo>
                <a:cubicBezTo>
                  <a:pt x="18967" y="49006"/>
                  <a:pt x="19336" y="49375"/>
                  <a:pt x="19776" y="49375"/>
                </a:cubicBezTo>
                <a:cubicBezTo>
                  <a:pt x="20229" y="49375"/>
                  <a:pt x="20598" y="49006"/>
                  <a:pt x="20598" y="48566"/>
                </a:cubicBezTo>
                <a:cubicBezTo>
                  <a:pt x="20598" y="48113"/>
                  <a:pt x="20229" y="47744"/>
                  <a:pt x="19776" y="47744"/>
                </a:cubicBezTo>
                <a:close/>
                <a:moveTo>
                  <a:pt x="13942" y="47613"/>
                </a:moveTo>
                <a:cubicBezTo>
                  <a:pt x="13430" y="47613"/>
                  <a:pt x="12990" y="48042"/>
                  <a:pt x="12990" y="48566"/>
                </a:cubicBezTo>
                <a:cubicBezTo>
                  <a:pt x="12990" y="49078"/>
                  <a:pt x="13430" y="49518"/>
                  <a:pt x="13942" y="49518"/>
                </a:cubicBezTo>
                <a:cubicBezTo>
                  <a:pt x="14466" y="49518"/>
                  <a:pt x="14895" y="49078"/>
                  <a:pt x="14895" y="48566"/>
                </a:cubicBezTo>
                <a:cubicBezTo>
                  <a:pt x="14895" y="48042"/>
                  <a:pt x="14466" y="47613"/>
                  <a:pt x="13942" y="47613"/>
                </a:cubicBezTo>
                <a:close/>
                <a:moveTo>
                  <a:pt x="44315" y="32326"/>
                </a:moveTo>
                <a:cubicBezTo>
                  <a:pt x="43875" y="32326"/>
                  <a:pt x="43506" y="32695"/>
                  <a:pt x="43506" y="33147"/>
                </a:cubicBezTo>
                <a:cubicBezTo>
                  <a:pt x="43506" y="33564"/>
                  <a:pt x="43803" y="33897"/>
                  <a:pt x="44172" y="33957"/>
                </a:cubicBezTo>
                <a:lnTo>
                  <a:pt x="44172" y="37469"/>
                </a:lnTo>
                <a:lnTo>
                  <a:pt x="32159" y="49578"/>
                </a:lnTo>
                <a:lnTo>
                  <a:pt x="32373" y="49768"/>
                </a:lnTo>
                <a:lnTo>
                  <a:pt x="44422" y="37624"/>
                </a:lnTo>
                <a:lnTo>
                  <a:pt x="44470" y="37576"/>
                </a:lnTo>
                <a:lnTo>
                  <a:pt x="44470" y="33945"/>
                </a:lnTo>
                <a:cubicBezTo>
                  <a:pt x="44851" y="33873"/>
                  <a:pt x="45137" y="33540"/>
                  <a:pt x="45137" y="33147"/>
                </a:cubicBezTo>
                <a:cubicBezTo>
                  <a:pt x="45137" y="32695"/>
                  <a:pt x="44768" y="32326"/>
                  <a:pt x="44315" y="32326"/>
                </a:cubicBezTo>
                <a:close/>
                <a:moveTo>
                  <a:pt x="50221" y="48899"/>
                </a:moveTo>
                <a:cubicBezTo>
                  <a:pt x="50518" y="48899"/>
                  <a:pt x="50756" y="49137"/>
                  <a:pt x="50756" y="49435"/>
                </a:cubicBezTo>
                <a:cubicBezTo>
                  <a:pt x="50756" y="49732"/>
                  <a:pt x="50518" y="49971"/>
                  <a:pt x="50221" y="49971"/>
                </a:cubicBezTo>
                <a:cubicBezTo>
                  <a:pt x="49923" y="49971"/>
                  <a:pt x="49685" y="49732"/>
                  <a:pt x="49685" y="49435"/>
                </a:cubicBezTo>
                <a:cubicBezTo>
                  <a:pt x="49685" y="49137"/>
                  <a:pt x="49923" y="48899"/>
                  <a:pt x="50221" y="48899"/>
                </a:cubicBezTo>
                <a:close/>
                <a:moveTo>
                  <a:pt x="32385" y="23860"/>
                </a:moveTo>
                <a:cubicBezTo>
                  <a:pt x="31945" y="23860"/>
                  <a:pt x="31564" y="24229"/>
                  <a:pt x="31564" y="24670"/>
                </a:cubicBezTo>
                <a:cubicBezTo>
                  <a:pt x="31564" y="25075"/>
                  <a:pt x="31861" y="25408"/>
                  <a:pt x="32242" y="25479"/>
                </a:cubicBezTo>
                <a:lnTo>
                  <a:pt x="32242" y="32826"/>
                </a:lnTo>
                <a:lnTo>
                  <a:pt x="24217" y="40910"/>
                </a:lnTo>
                <a:lnTo>
                  <a:pt x="24217" y="51578"/>
                </a:lnTo>
                <a:lnTo>
                  <a:pt x="22717" y="53102"/>
                </a:lnTo>
                <a:lnTo>
                  <a:pt x="5775" y="53102"/>
                </a:lnTo>
                <a:lnTo>
                  <a:pt x="5775" y="53376"/>
                </a:lnTo>
                <a:lnTo>
                  <a:pt x="22836" y="53376"/>
                </a:lnTo>
                <a:lnTo>
                  <a:pt x="24503" y="51697"/>
                </a:lnTo>
                <a:lnTo>
                  <a:pt x="24503" y="41029"/>
                </a:lnTo>
                <a:lnTo>
                  <a:pt x="24515" y="41029"/>
                </a:lnTo>
                <a:lnTo>
                  <a:pt x="32492" y="32992"/>
                </a:lnTo>
                <a:lnTo>
                  <a:pt x="32540" y="32945"/>
                </a:lnTo>
                <a:lnTo>
                  <a:pt x="32540" y="25479"/>
                </a:lnTo>
                <a:cubicBezTo>
                  <a:pt x="32921" y="25408"/>
                  <a:pt x="33207" y="25075"/>
                  <a:pt x="33207" y="24670"/>
                </a:cubicBezTo>
                <a:cubicBezTo>
                  <a:pt x="33207" y="24229"/>
                  <a:pt x="32838" y="23860"/>
                  <a:pt x="32385" y="23860"/>
                </a:cubicBezTo>
                <a:close/>
                <a:moveTo>
                  <a:pt x="34647" y="23860"/>
                </a:moveTo>
                <a:cubicBezTo>
                  <a:pt x="34207" y="23860"/>
                  <a:pt x="33826" y="24229"/>
                  <a:pt x="33826" y="24670"/>
                </a:cubicBezTo>
                <a:cubicBezTo>
                  <a:pt x="33826" y="25075"/>
                  <a:pt x="34123" y="25408"/>
                  <a:pt x="34504" y="25479"/>
                </a:cubicBezTo>
                <a:lnTo>
                  <a:pt x="34504" y="33564"/>
                </a:lnTo>
                <a:lnTo>
                  <a:pt x="26492" y="41624"/>
                </a:lnTo>
                <a:lnTo>
                  <a:pt x="26492" y="52316"/>
                </a:lnTo>
                <a:lnTo>
                  <a:pt x="23455" y="55364"/>
                </a:lnTo>
                <a:lnTo>
                  <a:pt x="5775" y="55364"/>
                </a:lnTo>
                <a:lnTo>
                  <a:pt x="5775" y="55650"/>
                </a:lnTo>
                <a:lnTo>
                  <a:pt x="23574" y="55650"/>
                </a:lnTo>
                <a:lnTo>
                  <a:pt x="26777" y="52411"/>
                </a:lnTo>
                <a:lnTo>
                  <a:pt x="26777" y="41743"/>
                </a:lnTo>
                <a:lnTo>
                  <a:pt x="34754" y="33707"/>
                </a:lnTo>
                <a:lnTo>
                  <a:pt x="34802" y="33659"/>
                </a:lnTo>
                <a:lnTo>
                  <a:pt x="34802" y="25479"/>
                </a:lnTo>
                <a:cubicBezTo>
                  <a:pt x="35183" y="25408"/>
                  <a:pt x="35469" y="25075"/>
                  <a:pt x="35469" y="24670"/>
                </a:cubicBezTo>
                <a:cubicBezTo>
                  <a:pt x="35469" y="24229"/>
                  <a:pt x="35100" y="23860"/>
                  <a:pt x="34647" y="23860"/>
                </a:cubicBezTo>
                <a:close/>
                <a:moveTo>
                  <a:pt x="141434" y="40148"/>
                </a:moveTo>
                <a:cubicBezTo>
                  <a:pt x="140911" y="40148"/>
                  <a:pt x="140482" y="40553"/>
                  <a:pt x="140482" y="41089"/>
                </a:cubicBezTo>
                <a:cubicBezTo>
                  <a:pt x="140482" y="41398"/>
                  <a:pt x="140625" y="41672"/>
                  <a:pt x="140863" y="41851"/>
                </a:cubicBezTo>
                <a:lnTo>
                  <a:pt x="140863" y="48589"/>
                </a:lnTo>
                <a:lnTo>
                  <a:pt x="151329" y="58710"/>
                </a:lnTo>
                <a:lnTo>
                  <a:pt x="152114" y="57888"/>
                </a:lnTo>
                <a:lnTo>
                  <a:pt x="141994" y="48113"/>
                </a:lnTo>
                <a:lnTo>
                  <a:pt x="141994" y="41862"/>
                </a:lnTo>
                <a:cubicBezTo>
                  <a:pt x="142232" y="41684"/>
                  <a:pt x="142387" y="41422"/>
                  <a:pt x="142387" y="41100"/>
                </a:cubicBezTo>
                <a:cubicBezTo>
                  <a:pt x="142387" y="40588"/>
                  <a:pt x="141946" y="40148"/>
                  <a:pt x="141434" y="40148"/>
                </a:cubicBezTo>
                <a:close/>
                <a:moveTo>
                  <a:pt x="139172" y="43767"/>
                </a:moveTo>
                <a:cubicBezTo>
                  <a:pt x="138720" y="43767"/>
                  <a:pt x="138351" y="44136"/>
                  <a:pt x="138351" y="44589"/>
                </a:cubicBezTo>
                <a:cubicBezTo>
                  <a:pt x="138351" y="44994"/>
                  <a:pt x="138648" y="45315"/>
                  <a:pt x="139017" y="45387"/>
                </a:cubicBezTo>
                <a:lnTo>
                  <a:pt x="139017" y="49113"/>
                </a:lnTo>
                <a:lnTo>
                  <a:pt x="151364" y="61436"/>
                </a:lnTo>
                <a:lnTo>
                  <a:pt x="151555" y="61222"/>
                </a:lnTo>
                <a:lnTo>
                  <a:pt x="139291" y="48994"/>
                </a:lnTo>
                <a:lnTo>
                  <a:pt x="139291" y="45387"/>
                </a:lnTo>
                <a:lnTo>
                  <a:pt x="139315" y="45387"/>
                </a:lnTo>
                <a:cubicBezTo>
                  <a:pt x="139708" y="45315"/>
                  <a:pt x="139994" y="44994"/>
                  <a:pt x="139994" y="44589"/>
                </a:cubicBezTo>
                <a:cubicBezTo>
                  <a:pt x="139994" y="44136"/>
                  <a:pt x="139613" y="43767"/>
                  <a:pt x="139172" y="43767"/>
                </a:cubicBezTo>
                <a:close/>
                <a:moveTo>
                  <a:pt x="37445" y="61758"/>
                </a:moveTo>
                <a:cubicBezTo>
                  <a:pt x="37743" y="61758"/>
                  <a:pt x="37981" y="61996"/>
                  <a:pt x="37981" y="62293"/>
                </a:cubicBezTo>
                <a:cubicBezTo>
                  <a:pt x="37981" y="62591"/>
                  <a:pt x="37743" y="62829"/>
                  <a:pt x="37445" y="62829"/>
                </a:cubicBezTo>
                <a:cubicBezTo>
                  <a:pt x="37148" y="62829"/>
                  <a:pt x="36909" y="62591"/>
                  <a:pt x="36909" y="62293"/>
                </a:cubicBezTo>
                <a:cubicBezTo>
                  <a:pt x="36909" y="61996"/>
                  <a:pt x="37148" y="61758"/>
                  <a:pt x="37445" y="61758"/>
                </a:cubicBezTo>
                <a:close/>
                <a:moveTo>
                  <a:pt x="115907" y="33695"/>
                </a:moveTo>
                <a:cubicBezTo>
                  <a:pt x="115443" y="33695"/>
                  <a:pt x="115086" y="34052"/>
                  <a:pt x="115086" y="34516"/>
                </a:cubicBezTo>
                <a:cubicBezTo>
                  <a:pt x="115086" y="34957"/>
                  <a:pt x="115467" y="35326"/>
                  <a:pt x="115907" y="35326"/>
                </a:cubicBezTo>
                <a:cubicBezTo>
                  <a:pt x="116086" y="35326"/>
                  <a:pt x="116253" y="35266"/>
                  <a:pt x="116372" y="35183"/>
                </a:cubicBezTo>
                <a:lnTo>
                  <a:pt x="126742" y="45541"/>
                </a:lnTo>
                <a:lnTo>
                  <a:pt x="126790" y="45589"/>
                </a:lnTo>
                <a:lnTo>
                  <a:pt x="135053" y="45589"/>
                </a:lnTo>
                <a:lnTo>
                  <a:pt x="136791" y="47315"/>
                </a:lnTo>
                <a:lnTo>
                  <a:pt x="136791" y="49828"/>
                </a:lnTo>
                <a:lnTo>
                  <a:pt x="150412" y="63413"/>
                </a:lnTo>
                <a:lnTo>
                  <a:pt x="150602" y="63210"/>
                </a:lnTo>
                <a:lnTo>
                  <a:pt x="137065" y="49709"/>
                </a:lnTo>
                <a:lnTo>
                  <a:pt x="137065" y="47196"/>
                </a:lnTo>
                <a:lnTo>
                  <a:pt x="135160" y="45291"/>
                </a:lnTo>
                <a:lnTo>
                  <a:pt x="126909" y="45291"/>
                </a:lnTo>
                <a:lnTo>
                  <a:pt x="116574" y="34969"/>
                </a:lnTo>
                <a:cubicBezTo>
                  <a:pt x="116669" y="34838"/>
                  <a:pt x="116729" y="34671"/>
                  <a:pt x="116729" y="34516"/>
                </a:cubicBezTo>
                <a:cubicBezTo>
                  <a:pt x="116729" y="34064"/>
                  <a:pt x="116348" y="33695"/>
                  <a:pt x="115907" y="33695"/>
                </a:cubicBezTo>
                <a:close/>
                <a:moveTo>
                  <a:pt x="35231" y="64008"/>
                </a:moveTo>
                <a:cubicBezTo>
                  <a:pt x="35528" y="64008"/>
                  <a:pt x="35766" y="64246"/>
                  <a:pt x="35766" y="64544"/>
                </a:cubicBezTo>
                <a:cubicBezTo>
                  <a:pt x="35766" y="64841"/>
                  <a:pt x="35528" y="65080"/>
                  <a:pt x="35231" y="65080"/>
                </a:cubicBezTo>
                <a:cubicBezTo>
                  <a:pt x="34933" y="65068"/>
                  <a:pt x="34695" y="64830"/>
                  <a:pt x="34695" y="64544"/>
                </a:cubicBezTo>
                <a:cubicBezTo>
                  <a:pt x="34695" y="64246"/>
                  <a:pt x="34933" y="64008"/>
                  <a:pt x="35231" y="64008"/>
                </a:cubicBezTo>
                <a:close/>
                <a:moveTo>
                  <a:pt x="36898" y="23872"/>
                </a:moveTo>
                <a:cubicBezTo>
                  <a:pt x="36445" y="23872"/>
                  <a:pt x="36076" y="24241"/>
                  <a:pt x="36076" y="24694"/>
                </a:cubicBezTo>
                <a:cubicBezTo>
                  <a:pt x="36076" y="25087"/>
                  <a:pt x="36374" y="25420"/>
                  <a:pt x="36743" y="25491"/>
                </a:cubicBezTo>
                <a:lnTo>
                  <a:pt x="36731" y="34254"/>
                </a:lnTo>
                <a:lnTo>
                  <a:pt x="28730" y="42339"/>
                </a:lnTo>
                <a:lnTo>
                  <a:pt x="28730" y="53007"/>
                </a:lnTo>
                <a:lnTo>
                  <a:pt x="24158" y="57626"/>
                </a:lnTo>
                <a:lnTo>
                  <a:pt x="13061" y="57626"/>
                </a:lnTo>
                <a:lnTo>
                  <a:pt x="5834" y="64901"/>
                </a:lnTo>
                <a:lnTo>
                  <a:pt x="6037" y="65091"/>
                </a:lnTo>
                <a:lnTo>
                  <a:pt x="13180" y="57888"/>
                </a:lnTo>
                <a:lnTo>
                  <a:pt x="24277" y="57888"/>
                </a:lnTo>
                <a:lnTo>
                  <a:pt x="24277" y="57912"/>
                </a:lnTo>
                <a:lnTo>
                  <a:pt x="29004" y="53126"/>
                </a:lnTo>
                <a:lnTo>
                  <a:pt x="29004" y="42458"/>
                </a:lnTo>
                <a:lnTo>
                  <a:pt x="37029" y="34373"/>
                </a:lnTo>
                <a:lnTo>
                  <a:pt x="37040" y="25491"/>
                </a:lnTo>
                <a:cubicBezTo>
                  <a:pt x="37433" y="25420"/>
                  <a:pt x="37719" y="25087"/>
                  <a:pt x="37719" y="24694"/>
                </a:cubicBezTo>
                <a:cubicBezTo>
                  <a:pt x="37719" y="24241"/>
                  <a:pt x="37338" y="23872"/>
                  <a:pt x="36898" y="23872"/>
                </a:cubicBezTo>
                <a:close/>
                <a:moveTo>
                  <a:pt x="68997" y="64734"/>
                </a:moveTo>
                <a:cubicBezTo>
                  <a:pt x="69294" y="64734"/>
                  <a:pt x="69533" y="64972"/>
                  <a:pt x="69533" y="65270"/>
                </a:cubicBezTo>
                <a:cubicBezTo>
                  <a:pt x="69533" y="65568"/>
                  <a:pt x="69294" y="65806"/>
                  <a:pt x="68997" y="65806"/>
                </a:cubicBezTo>
                <a:cubicBezTo>
                  <a:pt x="68699" y="65806"/>
                  <a:pt x="68461" y="65568"/>
                  <a:pt x="68461" y="65270"/>
                </a:cubicBezTo>
                <a:cubicBezTo>
                  <a:pt x="68461" y="64972"/>
                  <a:pt x="68699" y="64734"/>
                  <a:pt x="68997" y="64734"/>
                </a:cubicBezTo>
                <a:close/>
                <a:moveTo>
                  <a:pt x="115134" y="65246"/>
                </a:moveTo>
                <a:cubicBezTo>
                  <a:pt x="115431" y="65246"/>
                  <a:pt x="115669" y="65484"/>
                  <a:pt x="115669" y="65782"/>
                </a:cubicBezTo>
                <a:cubicBezTo>
                  <a:pt x="115669" y="66080"/>
                  <a:pt x="115431" y="66318"/>
                  <a:pt x="115134" y="66318"/>
                </a:cubicBezTo>
                <a:cubicBezTo>
                  <a:pt x="114836" y="66318"/>
                  <a:pt x="114598" y="66080"/>
                  <a:pt x="114598" y="65782"/>
                </a:cubicBezTo>
                <a:cubicBezTo>
                  <a:pt x="114598" y="65484"/>
                  <a:pt x="114836" y="65246"/>
                  <a:pt x="115134" y="65246"/>
                </a:cubicBezTo>
                <a:close/>
                <a:moveTo>
                  <a:pt x="115134" y="64960"/>
                </a:moveTo>
                <a:cubicBezTo>
                  <a:pt x="114681" y="64960"/>
                  <a:pt x="114312" y="65330"/>
                  <a:pt x="114312" y="65782"/>
                </a:cubicBezTo>
                <a:cubicBezTo>
                  <a:pt x="114312" y="66223"/>
                  <a:pt x="114681" y="66604"/>
                  <a:pt x="115134" y="66604"/>
                </a:cubicBezTo>
                <a:cubicBezTo>
                  <a:pt x="115574" y="66604"/>
                  <a:pt x="115955" y="66246"/>
                  <a:pt x="115955" y="65782"/>
                </a:cubicBezTo>
                <a:cubicBezTo>
                  <a:pt x="115955" y="65330"/>
                  <a:pt x="115574" y="64960"/>
                  <a:pt x="115134" y="64960"/>
                </a:cubicBezTo>
                <a:close/>
                <a:moveTo>
                  <a:pt x="102525" y="65901"/>
                </a:moveTo>
                <a:cubicBezTo>
                  <a:pt x="102822" y="65901"/>
                  <a:pt x="103061" y="66139"/>
                  <a:pt x="103061" y="66437"/>
                </a:cubicBezTo>
                <a:cubicBezTo>
                  <a:pt x="103061" y="66735"/>
                  <a:pt x="102822" y="66973"/>
                  <a:pt x="102525" y="66973"/>
                </a:cubicBezTo>
                <a:cubicBezTo>
                  <a:pt x="102227" y="66973"/>
                  <a:pt x="101989" y="66735"/>
                  <a:pt x="101989" y="66437"/>
                </a:cubicBezTo>
                <a:cubicBezTo>
                  <a:pt x="101989" y="66139"/>
                  <a:pt x="102227" y="65901"/>
                  <a:pt x="102525" y="65901"/>
                </a:cubicBezTo>
                <a:close/>
                <a:moveTo>
                  <a:pt x="105442" y="65901"/>
                </a:moveTo>
                <a:cubicBezTo>
                  <a:pt x="105740" y="65901"/>
                  <a:pt x="105978" y="66139"/>
                  <a:pt x="105978" y="66437"/>
                </a:cubicBezTo>
                <a:cubicBezTo>
                  <a:pt x="105966" y="66735"/>
                  <a:pt x="105728" y="66973"/>
                  <a:pt x="105442" y="66973"/>
                </a:cubicBezTo>
                <a:cubicBezTo>
                  <a:pt x="105144" y="66973"/>
                  <a:pt x="104906" y="66735"/>
                  <a:pt x="104906" y="66437"/>
                </a:cubicBezTo>
                <a:cubicBezTo>
                  <a:pt x="104906" y="66139"/>
                  <a:pt x="105144" y="65901"/>
                  <a:pt x="105442" y="65901"/>
                </a:cubicBezTo>
                <a:close/>
                <a:moveTo>
                  <a:pt x="32957" y="66306"/>
                </a:moveTo>
                <a:cubicBezTo>
                  <a:pt x="33254" y="66306"/>
                  <a:pt x="33492" y="66544"/>
                  <a:pt x="33492" y="66842"/>
                </a:cubicBezTo>
                <a:cubicBezTo>
                  <a:pt x="33492" y="67139"/>
                  <a:pt x="33254" y="67377"/>
                  <a:pt x="32957" y="67377"/>
                </a:cubicBezTo>
                <a:cubicBezTo>
                  <a:pt x="32659" y="67377"/>
                  <a:pt x="32409" y="67139"/>
                  <a:pt x="32409" y="66842"/>
                </a:cubicBezTo>
                <a:cubicBezTo>
                  <a:pt x="32409" y="66544"/>
                  <a:pt x="32659" y="66306"/>
                  <a:pt x="32957" y="66306"/>
                </a:cubicBezTo>
                <a:close/>
                <a:moveTo>
                  <a:pt x="68997" y="67449"/>
                </a:moveTo>
                <a:cubicBezTo>
                  <a:pt x="69294" y="67449"/>
                  <a:pt x="69533" y="67687"/>
                  <a:pt x="69533" y="67985"/>
                </a:cubicBezTo>
                <a:cubicBezTo>
                  <a:pt x="69533" y="68282"/>
                  <a:pt x="69294" y="68520"/>
                  <a:pt x="68997" y="68520"/>
                </a:cubicBezTo>
                <a:cubicBezTo>
                  <a:pt x="68699" y="68520"/>
                  <a:pt x="68461" y="68282"/>
                  <a:pt x="68461" y="67985"/>
                </a:cubicBezTo>
                <a:cubicBezTo>
                  <a:pt x="68461" y="67687"/>
                  <a:pt x="68699" y="67449"/>
                  <a:pt x="68997" y="67449"/>
                </a:cubicBezTo>
                <a:close/>
                <a:moveTo>
                  <a:pt x="117392" y="67519"/>
                </a:moveTo>
                <a:cubicBezTo>
                  <a:pt x="117530" y="67519"/>
                  <a:pt x="117665" y="67566"/>
                  <a:pt x="117765" y="67675"/>
                </a:cubicBezTo>
                <a:cubicBezTo>
                  <a:pt x="117872" y="67770"/>
                  <a:pt x="117920" y="67913"/>
                  <a:pt x="117920" y="68044"/>
                </a:cubicBezTo>
                <a:cubicBezTo>
                  <a:pt x="117920" y="68092"/>
                  <a:pt x="117920" y="68128"/>
                  <a:pt x="117908" y="68175"/>
                </a:cubicBezTo>
                <a:cubicBezTo>
                  <a:pt x="117860" y="68354"/>
                  <a:pt x="117705" y="68520"/>
                  <a:pt x="117515" y="68568"/>
                </a:cubicBezTo>
                <a:cubicBezTo>
                  <a:pt x="117470" y="68577"/>
                  <a:pt x="117426" y="68581"/>
                  <a:pt x="117382" y="68581"/>
                </a:cubicBezTo>
                <a:cubicBezTo>
                  <a:pt x="117243" y="68581"/>
                  <a:pt x="117115" y="68534"/>
                  <a:pt x="117015" y="68425"/>
                </a:cubicBezTo>
                <a:cubicBezTo>
                  <a:pt x="116872" y="68294"/>
                  <a:pt x="116836" y="68104"/>
                  <a:pt x="116872" y="67925"/>
                </a:cubicBezTo>
                <a:cubicBezTo>
                  <a:pt x="116919" y="67747"/>
                  <a:pt x="117062" y="67580"/>
                  <a:pt x="117265" y="67532"/>
                </a:cubicBezTo>
                <a:cubicBezTo>
                  <a:pt x="117307" y="67524"/>
                  <a:pt x="117350" y="67519"/>
                  <a:pt x="117392" y="67519"/>
                </a:cubicBezTo>
                <a:close/>
                <a:moveTo>
                  <a:pt x="117403" y="67226"/>
                </a:moveTo>
                <a:cubicBezTo>
                  <a:pt x="117330" y="67226"/>
                  <a:pt x="117256" y="67237"/>
                  <a:pt x="117181" y="67258"/>
                </a:cubicBezTo>
                <a:cubicBezTo>
                  <a:pt x="116908" y="67330"/>
                  <a:pt x="116669" y="67556"/>
                  <a:pt x="116598" y="67854"/>
                </a:cubicBezTo>
                <a:cubicBezTo>
                  <a:pt x="116574" y="67901"/>
                  <a:pt x="116562" y="67985"/>
                  <a:pt x="116562" y="68044"/>
                </a:cubicBezTo>
                <a:cubicBezTo>
                  <a:pt x="116562" y="68270"/>
                  <a:pt x="116658" y="68461"/>
                  <a:pt x="116800" y="68628"/>
                </a:cubicBezTo>
                <a:cubicBezTo>
                  <a:pt x="116961" y="68779"/>
                  <a:pt x="117154" y="68857"/>
                  <a:pt x="117361" y="68857"/>
                </a:cubicBezTo>
                <a:cubicBezTo>
                  <a:pt x="117431" y="68857"/>
                  <a:pt x="117502" y="68848"/>
                  <a:pt x="117574" y="68830"/>
                </a:cubicBezTo>
                <a:cubicBezTo>
                  <a:pt x="117860" y="68759"/>
                  <a:pt x="118098" y="68532"/>
                  <a:pt x="118170" y="68235"/>
                </a:cubicBezTo>
                <a:cubicBezTo>
                  <a:pt x="118241" y="67949"/>
                  <a:pt x="118158" y="67651"/>
                  <a:pt x="117955" y="67461"/>
                </a:cubicBezTo>
                <a:cubicBezTo>
                  <a:pt x="117805" y="67311"/>
                  <a:pt x="117610" y="67226"/>
                  <a:pt x="117403" y="67226"/>
                </a:cubicBezTo>
                <a:close/>
                <a:moveTo>
                  <a:pt x="104668" y="29420"/>
                </a:moveTo>
                <a:cubicBezTo>
                  <a:pt x="104156" y="29420"/>
                  <a:pt x="103704" y="29849"/>
                  <a:pt x="103704" y="30373"/>
                </a:cubicBezTo>
                <a:cubicBezTo>
                  <a:pt x="103704" y="30897"/>
                  <a:pt x="104132" y="31325"/>
                  <a:pt x="104656" y="31325"/>
                </a:cubicBezTo>
                <a:cubicBezTo>
                  <a:pt x="104704" y="31325"/>
                  <a:pt x="104751" y="31325"/>
                  <a:pt x="104787" y="31313"/>
                </a:cubicBezTo>
                <a:lnTo>
                  <a:pt x="123682" y="50054"/>
                </a:lnTo>
                <a:lnTo>
                  <a:pt x="130135" y="50054"/>
                </a:lnTo>
                <a:lnTo>
                  <a:pt x="150781" y="70533"/>
                </a:lnTo>
                <a:lnTo>
                  <a:pt x="151579" y="69723"/>
                </a:lnTo>
                <a:lnTo>
                  <a:pt x="130612" y="48923"/>
                </a:lnTo>
                <a:lnTo>
                  <a:pt x="124158" y="48923"/>
                </a:lnTo>
                <a:lnTo>
                  <a:pt x="105609" y="30504"/>
                </a:lnTo>
                <a:cubicBezTo>
                  <a:pt x="105609" y="30468"/>
                  <a:pt x="105620" y="30421"/>
                  <a:pt x="105620" y="30373"/>
                </a:cubicBezTo>
                <a:cubicBezTo>
                  <a:pt x="105620" y="29849"/>
                  <a:pt x="105192" y="29420"/>
                  <a:pt x="104668" y="29420"/>
                </a:cubicBezTo>
                <a:close/>
                <a:moveTo>
                  <a:pt x="76950" y="69854"/>
                </a:moveTo>
                <a:cubicBezTo>
                  <a:pt x="77248" y="69854"/>
                  <a:pt x="77486" y="70092"/>
                  <a:pt x="77486" y="70390"/>
                </a:cubicBezTo>
                <a:cubicBezTo>
                  <a:pt x="77486" y="70687"/>
                  <a:pt x="77248" y="70926"/>
                  <a:pt x="76950" y="70926"/>
                </a:cubicBezTo>
                <a:cubicBezTo>
                  <a:pt x="76653" y="70914"/>
                  <a:pt x="76414" y="70675"/>
                  <a:pt x="76414" y="70390"/>
                </a:cubicBezTo>
                <a:cubicBezTo>
                  <a:pt x="76414" y="70092"/>
                  <a:pt x="76653" y="69854"/>
                  <a:pt x="76950" y="69854"/>
                </a:cubicBezTo>
                <a:close/>
                <a:moveTo>
                  <a:pt x="119646" y="69366"/>
                </a:moveTo>
                <a:cubicBezTo>
                  <a:pt x="119122" y="69366"/>
                  <a:pt x="118694" y="69794"/>
                  <a:pt x="118694" y="70318"/>
                </a:cubicBezTo>
                <a:cubicBezTo>
                  <a:pt x="118694" y="70842"/>
                  <a:pt x="119122" y="71271"/>
                  <a:pt x="119646" y="71271"/>
                </a:cubicBezTo>
                <a:cubicBezTo>
                  <a:pt x="120170" y="71271"/>
                  <a:pt x="120599" y="70842"/>
                  <a:pt x="120599" y="70318"/>
                </a:cubicBezTo>
                <a:cubicBezTo>
                  <a:pt x="120599" y="69794"/>
                  <a:pt x="120170" y="69366"/>
                  <a:pt x="119646" y="69366"/>
                </a:cubicBezTo>
                <a:close/>
                <a:moveTo>
                  <a:pt x="50578" y="11811"/>
                </a:moveTo>
                <a:cubicBezTo>
                  <a:pt x="50054" y="11811"/>
                  <a:pt x="49625" y="12252"/>
                  <a:pt x="49625" y="12764"/>
                </a:cubicBezTo>
                <a:cubicBezTo>
                  <a:pt x="49625" y="13085"/>
                  <a:pt x="49768" y="13347"/>
                  <a:pt x="50006" y="13526"/>
                </a:cubicBezTo>
                <a:lnTo>
                  <a:pt x="50006" y="41505"/>
                </a:lnTo>
                <a:lnTo>
                  <a:pt x="30694" y="60984"/>
                </a:lnTo>
                <a:lnTo>
                  <a:pt x="14109" y="60984"/>
                </a:lnTo>
                <a:lnTo>
                  <a:pt x="3572" y="71616"/>
                </a:lnTo>
                <a:lnTo>
                  <a:pt x="4370" y="72414"/>
                </a:lnTo>
                <a:lnTo>
                  <a:pt x="14585" y="62139"/>
                </a:lnTo>
                <a:lnTo>
                  <a:pt x="31147" y="62139"/>
                </a:lnTo>
                <a:lnTo>
                  <a:pt x="31147" y="62115"/>
                </a:lnTo>
                <a:lnTo>
                  <a:pt x="51137" y="41981"/>
                </a:lnTo>
                <a:lnTo>
                  <a:pt x="51137" y="13526"/>
                </a:lnTo>
                <a:cubicBezTo>
                  <a:pt x="51376" y="13347"/>
                  <a:pt x="51530" y="13085"/>
                  <a:pt x="51530" y="12764"/>
                </a:cubicBezTo>
                <a:cubicBezTo>
                  <a:pt x="51530" y="12252"/>
                  <a:pt x="51090" y="11811"/>
                  <a:pt x="50578" y="11811"/>
                </a:cubicBezTo>
                <a:close/>
                <a:moveTo>
                  <a:pt x="29004" y="72259"/>
                </a:moveTo>
                <a:cubicBezTo>
                  <a:pt x="29301" y="72259"/>
                  <a:pt x="29540" y="72497"/>
                  <a:pt x="29540" y="72795"/>
                </a:cubicBezTo>
                <a:cubicBezTo>
                  <a:pt x="29540" y="73092"/>
                  <a:pt x="29301" y="73331"/>
                  <a:pt x="29004" y="73331"/>
                </a:cubicBezTo>
                <a:cubicBezTo>
                  <a:pt x="28706" y="73331"/>
                  <a:pt x="28468" y="73092"/>
                  <a:pt x="28468" y="72795"/>
                </a:cubicBezTo>
                <a:cubicBezTo>
                  <a:pt x="28492" y="72497"/>
                  <a:pt x="28730" y="72259"/>
                  <a:pt x="29004" y="72259"/>
                </a:cubicBezTo>
                <a:close/>
                <a:moveTo>
                  <a:pt x="29004" y="75771"/>
                </a:moveTo>
                <a:cubicBezTo>
                  <a:pt x="29301" y="75771"/>
                  <a:pt x="29540" y="76009"/>
                  <a:pt x="29540" y="76307"/>
                </a:cubicBezTo>
                <a:cubicBezTo>
                  <a:pt x="29540" y="76605"/>
                  <a:pt x="29301" y="76843"/>
                  <a:pt x="29004" y="76843"/>
                </a:cubicBezTo>
                <a:cubicBezTo>
                  <a:pt x="28706" y="76843"/>
                  <a:pt x="28468" y="76605"/>
                  <a:pt x="28468" y="76307"/>
                </a:cubicBezTo>
                <a:cubicBezTo>
                  <a:pt x="28492" y="76009"/>
                  <a:pt x="28730" y="75771"/>
                  <a:pt x="29004" y="75771"/>
                </a:cubicBezTo>
                <a:close/>
                <a:moveTo>
                  <a:pt x="123730" y="55185"/>
                </a:moveTo>
                <a:lnTo>
                  <a:pt x="123539" y="55388"/>
                </a:lnTo>
                <a:lnTo>
                  <a:pt x="140291" y="72104"/>
                </a:lnTo>
                <a:lnTo>
                  <a:pt x="140327" y="72152"/>
                </a:lnTo>
                <a:lnTo>
                  <a:pt x="144590" y="72152"/>
                </a:lnTo>
                <a:lnTo>
                  <a:pt x="149900" y="77462"/>
                </a:lnTo>
                <a:lnTo>
                  <a:pt x="150090" y="77260"/>
                </a:lnTo>
                <a:lnTo>
                  <a:pt x="144732" y="71902"/>
                </a:lnTo>
                <a:lnTo>
                  <a:pt x="144685" y="71854"/>
                </a:lnTo>
                <a:lnTo>
                  <a:pt x="140434" y="71854"/>
                </a:lnTo>
                <a:lnTo>
                  <a:pt x="123730" y="55185"/>
                </a:lnTo>
                <a:close/>
                <a:moveTo>
                  <a:pt x="124325" y="77486"/>
                </a:moveTo>
                <a:cubicBezTo>
                  <a:pt x="124623" y="77486"/>
                  <a:pt x="124861" y="77724"/>
                  <a:pt x="124861" y="78022"/>
                </a:cubicBezTo>
                <a:cubicBezTo>
                  <a:pt x="124861" y="78319"/>
                  <a:pt x="124623" y="78569"/>
                  <a:pt x="124325" y="78569"/>
                </a:cubicBezTo>
                <a:cubicBezTo>
                  <a:pt x="124039" y="78569"/>
                  <a:pt x="123801" y="78319"/>
                  <a:pt x="123801" y="78022"/>
                </a:cubicBezTo>
                <a:cubicBezTo>
                  <a:pt x="123801" y="77724"/>
                  <a:pt x="124028" y="77486"/>
                  <a:pt x="124325" y="77486"/>
                </a:cubicBezTo>
                <a:close/>
                <a:moveTo>
                  <a:pt x="82725" y="79141"/>
                </a:moveTo>
                <a:cubicBezTo>
                  <a:pt x="83022" y="79141"/>
                  <a:pt x="83261" y="79379"/>
                  <a:pt x="83261" y="79677"/>
                </a:cubicBezTo>
                <a:cubicBezTo>
                  <a:pt x="83261" y="79974"/>
                  <a:pt x="83022" y="80212"/>
                  <a:pt x="82725" y="80212"/>
                </a:cubicBezTo>
                <a:cubicBezTo>
                  <a:pt x="82427" y="80212"/>
                  <a:pt x="82189" y="79974"/>
                  <a:pt x="82189" y="79677"/>
                </a:cubicBezTo>
                <a:cubicBezTo>
                  <a:pt x="82189" y="79379"/>
                  <a:pt x="82427" y="79141"/>
                  <a:pt x="82725" y="79141"/>
                </a:cubicBezTo>
                <a:close/>
                <a:moveTo>
                  <a:pt x="68997" y="67163"/>
                </a:moveTo>
                <a:cubicBezTo>
                  <a:pt x="68556" y="67163"/>
                  <a:pt x="68175" y="67532"/>
                  <a:pt x="68175" y="67985"/>
                </a:cubicBezTo>
                <a:cubicBezTo>
                  <a:pt x="68175" y="68163"/>
                  <a:pt x="68235" y="68342"/>
                  <a:pt x="68342" y="68473"/>
                </a:cubicBezTo>
                <a:lnTo>
                  <a:pt x="65354" y="71699"/>
                </a:lnTo>
                <a:lnTo>
                  <a:pt x="65354" y="85094"/>
                </a:lnTo>
                <a:lnTo>
                  <a:pt x="65639" y="85094"/>
                </a:lnTo>
                <a:lnTo>
                  <a:pt x="65639" y="71807"/>
                </a:lnTo>
                <a:lnTo>
                  <a:pt x="68556" y="68663"/>
                </a:lnTo>
                <a:cubicBezTo>
                  <a:pt x="68687" y="68759"/>
                  <a:pt x="68830" y="68794"/>
                  <a:pt x="68997" y="68794"/>
                </a:cubicBezTo>
                <a:cubicBezTo>
                  <a:pt x="69004" y="68794"/>
                  <a:pt x="69011" y="68795"/>
                  <a:pt x="69019" y="68795"/>
                </a:cubicBezTo>
                <a:cubicBezTo>
                  <a:pt x="69461" y="68795"/>
                  <a:pt x="69818" y="68441"/>
                  <a:pt x="69818" y="67985"/>
                </a:cubicBezTo>
                <a:cubicBezTo>
                  <a:pt x="69818" y="67532"/>
                  <a:pt x="69449" y="67163"/>
                  <a:pt x="68997" y="67163"/>
                </a:cubicBezTo>
                <a:close/>
                <a:moveTo>
                  <a:pt x="70914" y="18931"/>
                </a:moveTo>
                <a:cubicBezTo>
                  <a:pt x="70473" y="18931"/>
                  <a:pt x="70104" y="19300"/>
                  <a:pt x="70104" y="19741"/>
                </a:cubicBezTo>
                <a:cubicBezTo>
                  <a:pt x="70104" y="20145"/>
                  <a:pt x="70402" y="20479"/>
                  <a:pt x="70771" y="20550"/>
                </a:cubicBezTo>
                <a:lnTo>
                  <a:pt x="70771" y="35790"/>
                </a:lnTo>
                <a:lnTo>
                  <a:pt x="68854" y="37731"/>
                </a:lnTo>
                <a:lnTo>
                  <a:pt x="68854" y="62258"/>
                </a:lnTo>
                <a:lnTo>
                  <a:pt x="60877" y="70247"/>
                </a:lnTo>
                <a:lnTo>
                  <a:pt x="60829" y="70294"/>
                </a:lnTo>
                <a:lnTo>
                  <a:pt x="60829" y="85118"/>
                </a:lnTo>
                <a:lnTo>
                  <a:pt x="61115" y="85118"/>
                </a:lnTo>
                <a:lnTo>
                  <a:pt x="61115" y="70414"/>
                </a:lnTo>
                <a:lnTo>
                  <a:pt x="69092" y="62413"/>
                </a:lnTo>
                <a:lnTo>
                  <a:pt x="69152" y="62353"/>
                </a:lnTo>
                <a:lnTo>
                  <a:pt x="69152" y="37850"/>
                </a:lnTo>
                <a:lnTo>
                  <a:pt x="71069" y="35909"/>
                </a:lnTo>
                <a:lnTo>
                  <a:pt x="71069" y="20550"/>
                </a:lnTo>
                <a:cubicBezTo>
                  <a:pt x="71450" y="20479"/>
                  <a:pt x="71735" y="20145"/>
                  <a:pt x="71735" y="19741"/>
                </a:cubicBezTo>
                <a:cubicBezTo>
                  <a:pt x="71735" y="19300"/>
                  <a:pt x="71366" y="18931"/>
                  <a:pt x="70914" y="18931"/>
                </a:cubicBezTo>
                <a:close/>
                <a:moveTo>
                  <a:pt x="68997" y="64460"/>
                </a:moveTo>
                <a:cubicBezTo>
                  <a:pt x="68556" y="64460"/>
                  <a:pt x="68175" y="64830"/>
                  <a:pt x="68175" y="65270"/>
                </a:cubicBezTo>
                <a:cubicBezTo>
                  <a:pt x="68175" y="65449"/>
                  <a:pt x="68235" y="65615"/>
                  <a:pt x="68330" y="65734"/>
                </a:cubicBezTo>
                <a:lnTo>
                  <a:pt x="63103" y="71009"/>
                </a:lnTo>
                <a:lnTo>
                  <a:pt x="63103" y="85118"/>
                </a:lnTo>
                <a:lnTo>
                  <a:pt x="63389" y="85118"/>
                </a:lnTo>
                <a:lnTo>
                  <a:pt x="63389" y="71128"/>
                </a:lnTo>
                <a:lnTo>
                  <a:pt x="68532" y="65961"/>
                </a:lnTo>
                <a:cubicBezTo>
                  <a:pt x="68675" y="66044"/>
                  <a:pt x="68830" y="66103"/>
                  <a:pt x="68997" y="66103"/>
                </a:cubicBezTo>
                <a:cubicBezTo>
                  <a:pt x="69449" y="66092"/>
                  <a:pt x="69818" y="65734"/>
                  <a:pt x="69818" y="65270"/>
                </a:cubicBezTo>
                <a:cubicBezTo>
                  <a:pt x="69818" y="64830"/>
                  <a:pt x="69449" y="64460"/>
                  <a:pt x="68997" y="64460"/>
                </a:cubicBezTo>
                <a:close/>
                <a:moveTo>
                  <a:pt x="29004" y="68306"/>
                </a:moveTo>
                <a:cubicBezTo>
                  <a:pt x="28694" y="68306"/>
                  <a:pt x="28432" y="68461"/>
                  <a:pt x="28242" y="68699"/>
                </a:cubicBezTo>
                <a:lnTo>
                  <a:pt x="17336" y="68699"/>
                </a:lnTo>
                <a:lnTo>
                  <a:pt x="0" y="86154"/>
                </a:lnTo>
                <a:lnTo>
                  <a:pt x="810" y="86951"/>
                </a:lnTo>
                <a:lnTo>
                  <a:pt x="17812" y="69830"/>
                </a:lnTo>
                <a:lnTo>
                  <a:pt x="28242" y="69830"/>
                </a:lnTo>
                <a:cubicBezTo>
                  <a:pt x="28432" y="70068"/>
                  <a:pt x="28694" y="70211"/>
                  <a:pt x="29004" y="70211"/>
                </a:cubicBezTo>
                <a:cubicBezTo>
                  <a:pt x="29528" y="70211"/>
                  <a:pt x="29956" y="69783"/>
                  <a:pt x="29956" y="69259"/>
                </a:cubicBezTo>
                <a:cubicBezTo>
                  <a:pt x="29956" y="68747"/>
                  <a:pt x="29528" y="68306"/>
                  <a:pt x="29004" y="68306"/>
                </a:cubicBezTo>
                <a:close/>
                <a:moveTo>
                  <a:pt x="16538" y="86642"/>
                </a:moveTo>
                <a:cubicBezTo>
                  <a:pt x="16836" y="86642"/>
                  <a:pt x="17074" y="86880"/>
                  <a:pt x="17074" y="87177"/>
                </a:cubicBezTo>
                <a:cubicBezTo>
                  <a:pt x="17074" y="87475"/>
                  <a:pt x="16836" y="87713"/>
                  <a:pt x="16538" y="87713"/>
                </a:cubicBezTo>
                <a:cubicBezTo>
                  <a:pt x="16240" y="87713"/>
                  <a:pt x="16002" y="87475"/>
                  <a:pt x="16002" y="87177"/>
                </a:cubicBezTo>
                <a:cubicBezTo>
                  <a:pt x="16002" y="86880"/>
                  <a:pt x="16240" y="86642"/>
                  <a:pt x="16538" y="86642"/>
                </a:cubicBezTo>
                <a:close/>
                <a:moveTo>
                  <a:pt x="71128" y="86927"/>
                </a:moveTo>
                <a:cubicBezTo>
                  <a:pt x="71426" y="86927"/>
                  <a:pt x="71664" y="87166"/>
                  <a:pt x="71664" y="87463"/>
                </a:cubicBezTo>
                <a:cubicBezTo>
                  <a:pt x="71664" y="87761"/>
                  <a:pt x="71426" y="87999"/>
                  <a:pt x="71128" y="87999"/>
                </a:cubicBezTo>
                <a:cubicBezTo>
                  <a:pt x="70830" y="87999"/>
                  <a:pt x="70592" y="87761"/>
                  <a:pt x="70592" y="87463"/>
                </a:cubicBezTo>
                <a:cubicBezTo>
                  <a:pt x="70592" y="87166"/>
                  <a:pt x="70830" y="86927"/>
                  <a:pt x="71128" y="86927"/>
                </a:cubicBezTo>
                <a:close/>
                <a:moveTo>
                  <a:pt x="71128" y="86630"/>
                </a:moveTo>
                <a:cubicBezTo>
                  <a:pt x="70676" y="86630"/>
                  <a:pt x="70307" y="86999"/>
                  <a:pt x="70307" y="87451"/>
                </a:cubicBezTo>
                <a:cubicBezTo>
                  <a:pt x="70307" y="87916"/>
                  <a:pt x="70664" y="88273"/>
                  <a:pt x="71128" y="88273"/>
                </a:cubicBezTo>
                <a:cubicBezTo>
                  <a:pt x="71569" y="88273"/>
                  <a:pt x="71950" y="87892"/>
                  <a:pt x="71950" y="87451"/>
                </a:cubicBezTo>
                <a:cubicBezTo>
                  <a:pt x="71950" y="86999"/>
                  <a:pt x="71569" y="86630"/>
                  <a:pt x="71128" y="86630"/>
                </a:cubicBezTo>
                <a:close/>
                <a:moveTo>
                  <a:pt x="14276" y="88928"/>
                </a:moveTo>
                <a:cubicBezTo>
                  <a:pt x="14573" y="88928"/>
                  <a:pt x="14811" y="89166"/>
                  <a:pt x="14811" y="89463"/>
                </a:cubicBezTo>
                <a:cubicBezTo>
                  <a:pt x="14811" y="89761"/>
                  <a:pt x="14573" y="89999"/>
                  <a:pt x="14276" y="89999"/>
                </a:cubicBezTo>
                <a:cubicBezTo>
                  <a:pt x="13978" y="89975"/>
                  <a:pt x="13740" y="89737"/>
                  <a:pt x="13740" y="89463"/>
                </a:cubicBezTo>
                <a:cubicBezTo>
                  <a:pt x="13740" y="89166"/>
                  <a:pt x="13978" y="88928"/>
                  <a:pt x="14276" y="88928"/>
                </a:cubicBezTo>
                <a:close/>
                <a:moveTo>
                  <a:pt x="29004" y="71961"/>
                </a:moveTo>
                <a:cubicBezTo>
                  <a:pt x="28599" y="71961"/>
                  <a:pt x="28277" y="72259"/>
                  <a:pt x="28206" y="72628"/>
                </a:cubicBezTo>
                <a:lnTo>
                  <a:pt x="18991" y="72628"/>
                </a:lnTo>
                <a:lnTo>
                  <a:pt x="1786" y="89975"/>
                </a:lnTo>
                <a:lnTo>
                  <a:pt x="2000" y="90178"/>
                </a:lnTo>
                <a:lnTo>
                  <a:pt x="19122" y="72914"/>
                </a:lnTo>
                <a:lnTo>
                  <a:pt x="28206" y="72914"/>
                </a:lnTo>
                <a:lnTo>
                  <a:pt x="28206" y="72926"/>
                </a:lnTo>
                <a:cubicBezTo>
                  <a:pt x="28277" y="73307"/>
                  <a:pt x="28611" y="73592"/>
                  <a:pt x="29004" y="73592"/>
                </a:cubicBezTo>
                <a:cubicBezTo>
                  <a:pt x="29456" y="73592"/>
                  <a:pt x="29825" y="73223"/>
                  <a:pt x="29825" y="72771"/>
                </a:cubicBezTo>
                <a:cubicBezTo>
                  <a:pt x="29825" y="72330"/>
                  <a:pt x="29456" y="71961"/>
                  <a:pt x="29004" y="71961"/>
                </a:cubicBezTo>
                <a:close/>
                <a:moveTo>
                  <a:pt x="71128" y="89880"/>
                </a:moveTo>
                <a:cubicBezTo>
                  <a:pt x="71426" y="89880"/>
                  <a:pt x="71664" y="90118"/>
                  <a:pt x="71664" y="90416"/>
                </a:cubicBezTo>
                <a:cubicBezTo>
                  <a:pt x="71664" y="90714"/>
                  <a:pt x="71426" y="90952"/>
                  <a:pt x="71128" y="90952"/>
                </a:cubicBezTo>
                <a:cubicBezTo>
                  <a:pt x="70830" y="90952"/>
                  <a:pt x="70592" y="90714"/>
                  <a:pt x="70592" y="90416"/>
                </a:cubicBezTo>
                <a:cubicBezTo>
                  <a:pt x="70592" y="90118"/>
                  <a:pt x="70830" y="89880"/>
                  <a:pt x="71128" y="89880"/>
                </a:cubicBezTo>
                <a:close/>
                <a:moveTo>
                  <a:pt x="71128" y="89583"/>
                </a:moveTo>
                <a:cubicBezTo>
                  <a:pt x="70676" y="89583"/>
                  <a:pt x="70307" y="89952"/>
                  <a:pt x="70307" y="90392"/>
                </a:cubicBezTo>
                <a:cubicBezTo>
                  <a:pt x="70307" y="90857"/>
                  <a:pt x="70664" y="91214"/>
                  <a:pt x="71128" y="91214"/>
                </a:cubicBezTo>
                <a:cubicBezTo>
                  <a:pt x="71569" y="91214"/>
                  <a:pt x="71950" y="90845"/>
                  <a:pt x="71950" y="90392"/>
                </a:cubicBezTo>
                <a:cubicBezTo>
                  <a:pt x="71950" y="89952"/>
                  <a:pt x="71569" y="89583"/>
                  <a:pt x="71128" y="89583"/>
                </a:cubicBezTo>
                <a:close/>
                <a:moveTo>
                  <a:pt x="12025" y="91178"/>
                </a:moveTo>
                <a:cubicBezTo>
                  <a:pt x="12323" y="91178"/>
                  <a:pt x="12561" y="91416"/>
                  <a:pt x="12561" y="91714"/>
                </a:cubicBezTo>
                <a:cubicBezTo>
                  <a:pt x="12561" y="92011"/>
                  <a:pt x="12323" y="92261"/>
                  <a:pt x="12025" y="92261"/>
                </a:cubicBezTo>
                <a:cubicBezTo>
                  <a:pt x="11728" y="92261"/>
                  <a:pt x="11490" y="92011"/>
                  <a:pt x="11490" y="91714"/>
                </a:cubicBezTo>
                <a:cubicBezTo>
                  <a:pt x="11490" y="91416"/>
                  <a:pt x="11728" y="91178"/>
                  <a:pt x="12025" y="91178"/>
                </a:cubicBezTo>
                <a:close/>
                <a:moveTo>
                  <a:pt x="29004" y="75474"/>
                </a:moveTo>
                <a:cubicBezTo>
                  <a:pt x="28599" y="75474"/>
                  <a:pt x="28277" y="75771"/>
                  <a:pt x="28206" y="76140"/>
                </a:cubicBezTo>
                <a:lnTo>
                  <a:pt x="20479" y="76140"/>
                </a:lnTo>
                <a:lnTo>
                  <a:pt x="3274" y="93500"/>
                </a:lnTo>
                <a:lnTo>
                  <a:pt x="3489" y="93702"/>
                </a:lnTo>
                <a:lnTo>
                  <a:pt x="20610" y="76438"/>
                </a:lnTo>
                <a:lnTo>
                  <a:pt x="28206" y="76438"/>
                </a:lnTo>
                <a:cubicBezTo>
                  <a:pt x="28277" y="76819"/>
                  <a:pt x="28611" y="77105"/>
                  <a:pt x="29004" y="77105"/>
                </a:cubicBezTo>
                <a:cubicBezTo>
                  <a:pt x="29456" y="77105"/>
                  <a:pt x="29825" y="76736"/>
                  <a:pt x="29825" y="76283"/>
                </a:cubicBezTo>
                <a:cubicBezTo>
                  <a:pt x="29825" y="75843"/>
                  <a:pt x="29456" y="75474"/>
                  <a:pt x="29004" y="75474"/>
                </a:cubicBezTo>
                <a:close/>
                <a:moveTo>
                  <a:pt x="50197" y="48625"/>
                </a:moveTo>
                <a:cubicBezTo>
                  <a:pt x="49756" y="48625"/>
                  <a:pt x="49387" y="48994"/>
                  <a:pt x="49387" y="49435"/>
                </a:cubicBezTo>
                <a:cubicBezTo>
                  <a:pt x="49387" y="49613"/>
                  <a:pt x="49447" y="49780"/>
                  <a:pt x="49530" y="49911"/>
                </a:cubicBezTo>
                <a:lnTo>
                  <a:pt x="40660" y="58841"/>
                </a:lnTo>
                <a:lnTo>
                  <a:pt x="40660" y="82629"/>
                </a:lnTo>
                <a:lnTo>
                  <a:pt x="28897" y="94476"/>
                </a:lnTo>
                <a:lnTo>
                  <a:pt x="29111" y="94667"/>
                </a:lnTo>
                <a:lnTo>
                  <a:pt x="40958" y="82736"/>
                </a:lnTo>
                <a:lnTo>
                  <a:pt x="40958" y="58960"/>
                </a:lnTo>
                <a:lnTo>
                  <a:pt x="49744" y="50113"/>
                </a:lnTo>
                <a:cubicBezTo>
                  <a:pt x="49875" y="50197"/>
                  <a:pt x="50042" y="50256"/>
                  <a:pt x="50197" y="50256"/>
                </a:cubicBezTo>
                <a:cubicBezTo>
                  <a:pt x="50661" y="50256"/>
                  <a:pt x="51018" y="49899"/>
                  <a:pt x="51018" y="49435"/>
                </a:cubicBezTo>
                <a:cubicBezTo>
                  <a:pt x="51018" y="48994"/>
                  <a:pt x="50649" y="48625"/>
                  <a:pt x="50197" y="48625"/>
                </a:cubicBezTo>
                <a:close/>
                <a:moveTo>
                  <a:pt x="51542" y="99108"/>
                </a:moveTo>
                <a:cubicBezTo>
                  <a:pt x="51840" y="99108"/>
                  <a:pt x="52078" y="99346"/>
                  <a:pt x="52078" y="99643"/>
                </a:cubicBezTo>
                <a:cubicBezTo>
                  <a:pt x="52078" y="99941"/>
                  <a:pt x="51840" y="100179"/>
                  <a:pt x="51542" y="100179"/>
                </a:cubicBezTo>
                <a:cubicBezTo>
                  <a:pt x="51245" y="100179"/>
                  <a:pt x="51006" y="99941"/>
                  <a:pt x="51006" y="99643"/>
                </a:cubicBezTo>
                <a:cubicBezTo>
                  <a:pt x="51006" y="99346"/>
                  <a:pt x="51245" y="99108"/>
                  <a:pt x="51542" y="99108"/>
                </a:cubicBezTo>
                <a:close/>
                <a:moveTo>
                  <a:pt x="105204" y="39029"/>
                </a:moveTo>
                <a:cubicBezTo>
                  <a:pt x="104763" y="39029"/>
                  <a:pt x="104394" y="39410"/>
                  <a:pt x="104394" y="39850"/>
                </a:cubicBezTo>
                <a:cubicBezTo>
                  <a:pt x="104394" y="40303"/>
                  <a:pt x="104763" y="40672"/>
                  <a:pt x="105204" y="40672"/>
                </a:cubicBezTo>
                <a:cubicBezTo>
                  <a:pt x="105382" y="40672"/>
                  <a:pt x="105549" y="40612"/>
                  <a:pt x="105668" y="40517"/>
                </a:cubicBezTo>
                <a:lnTo>
                  <a:pt x="142054" y="76831"/>
                </a:lnTo>
                <a:lnTo>
                  <a:pt x="142054" y="99108"/>
                </a:lnTo>
                <a:lnTo>
                  <a:pt x="143899" y="100965"/>
                </a:lnTo>
                <a:lnTo>
                  <a:pt x="150507" y="100965"/>
                </a:lnTo>
                <a:lnTo>
                  <a:pt x="150507" y="100679"/>
                </a:lnTo>
                <a:lnTo>
                  <a:pt x="144018" y="100679"/>
                </a:lnTo>
                <a:lnTo>
                  <a:pt x="142339" y="98988"/>
                </a:lnTo>
                <a:lnTo>
                  <a:pt x="142339" y="76724"/>
                </a:lnTo>
                <a:lnTo>
                  <a:pt x="105882" y="40315"/>
                </a:lnTo>
                <a:cubicBezTo>
                  <a:pt x="105966" y="40184"/>
                  <a:pt x="106025" y="40017"/>
                  <a:pt x="106025" y="39850"/>
                </a:cubicBezTo>
                <a:cubicBezTo>
                  <a:pt x="106025" y="39410"/>
                  <a:pt x="105656" y="39029"/>
                  <a:pt x="105204" y="39029"/>
                </a:cubicBezTo>
                <a:close/>
                <a:moveTo>
                  <a:pt x="59400" y="26003"/>
                </a:moveTo>
                <a:cubicBezTo>
                  <a:pt x="58948" y="26003"/>
                  <a:pt x="58579" y="26372"/>
                  <a:pt x="58579" y="26813"/>
                </a:cubicBezTo>
                <a:cubicBezTo>
                  <a:pt x="58579" y="27218"/>
                  <a:pt x="58877" y="27551"/>
                  <a:pt x="59246" y="27623"/>
                </a:cubicBezTo>
                <a:lnTo>
                  <a:pt x="59246" y="40505"/>
                </a:lnTo>
                <a:lnTo>
                  <a:pt x="57626" y="42148"/>
                </a:lnTo>
                <a:lnTo>
                  <a:pt x="57626" y="55138"/>
                </a:lnTo>
                <a:lnTo>
                  <a:pt x="48304" y="64496"/>
                </a:lnTo>
                <a:lnTo>
                  <a:pt x="48304" y="81332"/>
                </a:lnTo>
                <a:lnTo>
                  <a:pt x="28920" y="100834"/>
                </a:lnTo>
                <a:lnTo>
                  <a:pt x="29111" y="101024"/>
                </a:lnTo>
                <a:lnTo>
                  <a:pt x="48566" y="81486"/>
                </a:lnTo>
                <a:lnTo>
                  <a:pt x="48601" y="81439"/>
                </a:lnTo>
                <a:lnTo>
                  <a:pt x="48601" y="64603"/>
                </a:lnTo>
                <a:lnTo>
                  <a:pt x="57924" y="55245"/>
                </a:lnTo>
                <a:lnTo>
                  <a:pt x="57924" y="42255"/>
                </a:lnTo>
                <a:lnTo>
                  <a:pt x="59543" y="40612"/>
                </a:lnTo>
                <a:lnTo>
                  <a:pt x="59543" y="27623"/>
                </a:lnTo>
                <a:cubicBezTo>
                  <a:pt x="59936" y="27551"/>
                  <a:pt x="60210" y="27218"/>
                  <a:pt x="60210" y="26813"/>
                </a:cubicBezTo>
                <a:cubicBezTo>
                  <a:pt x="60210" y="26372"/>
                  <a:pt x="59841" y="26003"/>
                  <a:pt x="59400" y="26003"/>
                </a:cubicBezTo>
                <a:close/>
                <a:moveTo>
                  <a:pt x="12014" y="90904"/>
                </a:moveTo>
                <a:cubicBezTo>
                  <a:pt x="11561" y="90904"/>
                  <a:pt x="11192" y="91273"/>
                  <a:pt x="11192" y="91726"/>
                </a:cubicBezTo>
                <a:cubicBezTo>
                  <a:pt x="11192" y="92119"/>
                  <a:pt x="11490" y="92452"/>
                  <a:pt x="11859" y="92523"/>
                </a:cubicBezTo>
                <a:lnTo>
                  <a:pt x="11859" y="102465"/>
                </a:lnTo>
                <a:lnTo>
                  <a:pt x="11478" y="102858"/>
                </a:lnTo>
                <a:lnTo>
                  <a:pt x="5763" y="102858"/>
                </a:lnTo>
                <a:lnTo>
                  <a:pt x="5763" y="103132"/>
                </a:lnTo>
                <a:lnTo>
                  <a:pt x="11609" y="103132"/>
                </a:lnTo>
                <a:lnTo>
                  <a:pt x="12156" y="102572"/>
                </a:lnTo>
                <a:lnTo>
                  <a:pt x="12156" y="92523"/>
                </a:lnTo>
                <a:cubicBezTo>
                  <a:pt x="12549" y="92452"/>
                  <a:pt x="12835" y="92119"/>
                  <a:pt x="12835" y="91726"/>
                </a:cubicBezTo>
                <a:cubicBezTo>
                  <a:pt x="12835" y="91273"/>
                  <a:pt x="12454" y="90904"/>
                  <a:pt x="12014" y="90904"/>
                </a:cubicBezTo>
                <a:close/>
                <a:moveTo>
                  <a:pt x="88690" y="33218"/>
                </a:moveTo>
                <a:cubicBezTo>
                  <a:pt x="88237" y="33218"/>
                  <a:pt x="87868" y="33588"/>
                  <a:pt x="87868" y="34040"/>
                </a:cubicBezTo>
                <a:cubicBezTo>
                  <a:pt x="87868" y="34481"/>
                  <a:pt x="88237" y="34850"/>
                  <a:pt x="88690" y="34850"/>
                </a:cubicBezTo>
                <a:cubicBezTo>
                  <a:pt x="88868" y="34850"/>
                  <a:pt x="89023" y="34790"/>
                  <a:pt x="89142" y="34707"/>
                </a:cubicBezTo>
                <a:lnTo>
                  <a:pt x="105097" y="50625"/>
                </a:lnTo>
                <a:lnTo>
                  <a:pt x="105144" y="50673"/>
                </a:lnTo>
                <a:lnTo>
                  <a:pt x="112871" y="50673"/>
                </a:lnTo>
                <a:lnTo>
                  <a:pt x="139791" y="77557"/>
                </a:lnTo>
                <a:lnTo>
                  <a:pt x="139791" y="99822"/>
                </a:lnTo>
                <a:lnTo>
                  <a:pt x="143185" y="103191"/>
                </a:lnTo>
                <a:lnTo>
                  <a:pt x="150709" y="103191"/>
                </a:lnTo>
                <a:lnTo>
                  <a:pt x="150709" y="102918"/>
                </a:lnTo>
                <a:lnTo>
                  <a:pt x="143292" y="102918"/>
                </a:lnTo>
                <a:lnTo>
                  <a:pt x="140077" y="99703"/>
                </a:lnTo>
                <a:lnTo>
                  <a:pt x="140077" y="77414"/>
                </a:lnTo>
                <a:lnTo>
                  <a:pt x="113038" y="50423"/>
                </a:lnTo>
                <a:lnTo>
                  <a:pt x="112990" y="50375"/>
                </a:lnTo>
                <a:lnTo>
                  <a:pt x="105263" y="50375"/>
                </a:lnTo>
                <a:lnTo>
                  <a:pt x="89357" y="34492"/>
                </a:lnTo>
                <a:cubicBezTo>
                  <a:pt x="89440" y="34361"/>
                  <a:pt x="89499" y="34195"/>
                  <a:pt x="89499" y="34040"/>
                </a:cubicBezTo>
                <a:cubicBezTo>
                  <a:pt x="89499" y="33588"/>
                  <a:pt x="89130" y="33218"/>
                  <a:pt x="88690" y="33218"/>
                </a:cubicBezTo>
                <a:close/>
                <a:moveTo>
                  <a:pt x="62365" y="42982"/>
                </a:moveTo>
                <a:cubicBezTo>
                  <a:pt x="61913" y="42982"/>
                  <a:pt x="61544" y="43351"/>
                  <a:pt x="61544" y="43803"/>
                </a:cubicBezTo>
                <a:cubicBezTo>
                  <a:pt x="61544" y="44196"/>
                  <a:pt x="61841" y="44529"/>
                  <a:pt x="62210" y="44601"/>
                </a:cubicBezTo>
                <a:lnTo>
                  <a:pt x="62210" y="50268"/>
                </a:lnTo>
                <a:lnTo>
                  <a:pt x="59900" y="52590"/>
                </a:lnTo>
                <a:lnTo>
                  <a:pt x="59900" y="55852"/>
                </a:lnTo>
                <a:lnTo>
                  <a:pt x="50602" y="65199"/>
                </a:lnTo>
                <a:lnTo>
                  <a:pt x="50602" y="82046"/>
                </a:lnTo>
                <a:lnTo>
                  <a:pt x="28920" y="103834"/>
                </a:lnTo>
                <a:lnTo>
                  <a:pt x="29111" y="104025"/>
                </a:lnTo>
                <a:lnTo>
                  <a:pt x="50840" y="82213"/>
                </a:lnTo>
                <a:lnTo>
                  <a:pt x="50887" y="82165"/>
                </a:lnTo>
                <a:lnTo>
                  <a:pt x="50887" y="65318"/>
                </a:lnTo>
                <a:lnTo>
                  <a:pt x="60198" y="55959"/>
                </a:lnTo>
                <a:lnTo>
                  <a:pt x="60198" y="52697"/>
                </a:lnTo>
                <a:lnTo>
                  <a:pt x="62508" y="50375"/>
                </a:lnTo>
                <a:lnTo>
                  <a:pt x="62508" y="44601"/>
                </a:lnTo>
                <a:cubicBezTo>
                  <a:pt x="62901" y="44529"/>
                  <a:pt x="63175" y="44196"/>
                  <a:pt x="63175" y="43803"/>
                </a:cubicBezTo>
                <a:cubicBezTo>
                  <a:pt x="63175" y="43351"/>
                  <a:pt x="62806" y="42982"/>
                  <a:pt x="62365" y="42982"/>
                </a:cubicBezTo>
                <a:close/>
                <a:moveTo>
                  <a:pt x="14276" y="88630"/>
                </a:moveTo>
                <a:cubicBezTo>
                  <a:pt x="13823" y="88630"/>
                  <a:pt x="13454" y="88999"/>
                  <a:pt x="13454" y="89440"/>
                </a:cubicBezTo>
                <a:cubicBezTo>
                  <a:pt x="13454" y="89844"/>
                  <a:pt x="13752" y="90178"/>
                  <a:pt x="14121" y="90249"/>
                </a:cubicBezTo>
                <a:lnTo>
                  <a:pt x="14121" y="103168"/>
                </a:lnTo>
                <a:lnTo>
                  <a:pt x="12204" y="105096"/>
                </a:lnTo>
                <a:lnTo>
                  <a:pt x="5656" y="105096"/>
                </a:lnTo>
                <a:lnTo>
                  <a:pt x="5656" y="105382"/>
                </a:lnTo>
                <a:lnTo>
                  <a:pt x="12323" y="105382"/>
                </a:lnTo>
                <a:lnTo>
                  <a:pt x="14407" y="103287"/>
                </a:lnTo>
                <a:lnTo>
                  <a:pt x="14407" y="90249"/>
                </a:lnTo>
                <a:lnTo>
                  <a:pt x="14419" y="90249"/>
                </a:lnTo>
                <a:cubicBezTo>
                  <a:pt x="14811" y="90178"/>
                  <a:pt x="15097" y="89844"/>
                  <a:pt x="15097" y="89440"/>
                </a:cubicBezTo>
                <a:cubicBezTo>
                  <a:pt x="15097" y="88999"/>
                  <a:pt x="14716" y="88630"/>
                  <a:pt x="14276" y="88630"/>
                </a:cubicBezTo>
                <a:close/>
                <a:moveTo>
                  <a:pt x="65949" y="104680"/>
                </a:moveTo>
                <a:cubicBezTo>
                  <a:pt x="66246" y="104680"/>
                  <a:pt x="66485" y="104918"/>
                  <a:pt x="66485" y="105215"/>
                </a:cubicBezTo>
                <a:cubicBezTo>
                  <a:pt x="66485" y="105513"/>
                  <a:pt x="66246" y="105751"/>
                  <a:pt x="65949" y="105751"/>
                </a:cubicBezTo>
                <a:cubicBezTo>
                  <a:pt x="65651" y="105751"/>
                  <a:pt x="65413" y="105513"/>
                  <a:pt x="65413" y="105215"/>
                </a:cubicBezTo>
                <a:cubicBezTo>
                  <a:pt x="65413" y="104918"/>
                  <a:pt x="65651" y="104680"/>
                  <a:pt x="65949" y="104680"/>
                </a:cubicBezTo>
                <a:close/>
                <a:moveTo>
                  <a:pt x="50899" y="104918"/>
                </a:moveTo>
                <a:cubicBezTo>
                  <a:pt x="51197" y="104918"/>
                  <a:pt x="51435" y="105156"/>
                  <a:pt x="51435" y="105454"/>
                </a:cubicBezTo>
                <a:cubicBezTo>
                  <a:pt x="51435" y="105751"/>
                  <a:pt x="51197" y="105989"/>
                  <a:pt x="50899" y="105989"/>
                </a:cubicBezTo>
                <a:cubicBezTo>
                  <a:pt x="50602" y="105989"/>
                  <a:pt x="50364" y="105751"/>
                  <a:pt x="50364" y="105454"/>
                </a:cubicBezTo>
                <a:cubicBezTo>
                  <a:pt x="50364" y="105156"/>
                  <a:pt x="50602" y="104918"/>
                  <a:pt x="50899" y="104918"/>
                </a:cubicBezTo>
                <a:close/>
                <a:moveTo>
                  <a:pt x="66616" y="46149"/>
                </a:moveTo>
                <a:lnTo>
                  <a:pt x="66616" y="52042"/>
                </a:lnTo>
                <a:lnTo>
                  <a:pt x="52864" y="65853"/>
                </a:lnTo>
                <a:lnTo>
                  <a:pt x="52816" y="65901"/>
                </a:lnTo>
                <a:lnTo>
                  <a:pt x="52816" y="82748"/>
                </a:lnTo>
                <a:lnTo>
                  <a:pt x="28920" y="106751"/>
                </a:lnTo>
                <a:lnTo>
                  <a:pt x="29111" y="106942"/>
                </a:lnTo>
                <a:lnTo>
                  <a:pt x="53054" y="82915"/>
                </a:lnTo>
                <a:lnTo>
                  <a:pt x="53102" y="82867"/>
                </a:lnTo>
                <a:lnTo>
                  <a:pt x="53102" y="66020"/>
                </a:lnTo>
                <a:lnTo>
                  <a:pt x="66854" y="52209"/>
                </a:lnTo>
                <a:lnTo>
                  <a:pt x="66901" y="52161"/>
                </a:lnTo>
                <a:lnTo>
                  <a:pt x="66901" y="46149"/>
                </a:lnTo>
                <a:close/>
                <a:moveTo>
                  <a:pt x="16538" y="86368"/>
                </a:moveTo>
                <a:cubicBezTo>
                  <a:pt x="16085" y="86368"/>
                  <a:pt x="15716" y="86737"/>
                  <a:pt x="15716" y="87177"/>
                </a:cubicBezTo>
                <a:cubicBezTo>
                  <a:pt x="15716" y="87558"/>
                  <a:pt x="15966" y="87868"/>
                  <a:pt x="16312" y="87975"/>
                </a:cubicBezTo>
                <a:lnTo>
                  <a:pt x="16383" y="103894"/>
                </a:lnTo>
                <a:lnTo>
                  <a:pt x="12930" y="107382"/>
                </a:lnTo>
                <a:lnTo>
                  <a:pt x="5775" y="107382"/>
                </a:lnTo>
                <a:lnTo>
                  <a:pt x="5775" y="107656"/>
                </a:lnTo>
                <a:lnTo>
                  <a:pt x="13049" y="107656"/>
                </a:lnTo>
                <a:lnTo>
                  <a:pt x="16669" y="104013"/>
                </a:lnTo>
                <a:lnTo>
                  <a:pt x="16597" y="87987"/>
                </a:lnTo>
                <a:cubicBezTo>
                  <a:pt x="17014" y="87951"/>
                  <a:pt x="17359" y="87594"/>
                  <a:pt x="17359" y="87177"/>
                </a:cubicBezTo>
                <a:cubicBezTo>
                  <a:pt x="17359" y="86737"/>
                  <a:pt x="16978" y="86368"/>
                  <a:pt x="16538" y="86368"/>
                </a:cubicBezTo>
                <a:close/>
                <a:moveTo>
                  <a:pt x="68199" y="106942"/>
                </a:moveTo>
                <a:cubicBezTo>
                  <a:pt x="68497" y="106942"/>
                  <a:pt x="68735" y="107180"/>
                  <a:pt x="68735" y="107478"/>
                </a:cubicBezTo>
                <a:cubicBezTo>
                  <a:pt x="68735" y="107775"/>
                  <a:pt x="68497" y="108013"/>
                  <a:pt x="68199" y="108013"/>
                </a:cubicBezTo>
                <a:cubicBezTo>
                  <a:pt x="67901" y="108013"/>
                  <a:pt x="67663" y="107775"/>
                  <a:pt x="67663" y="107478"/>
                </a:cubicBezTo>
                <a:cubicBezTo>
                  <a:pt x="67663" y="107180"/>
                  <a:pt x="67901" y="106942"/>
                  <a:pt x="68199" y="106942"/>
                </a:cubicBezTo>
                <a:close/>
                <a:moveTo>
                  <a:pt x="60734" y="107049"/>
                </a:moveTo>
                <a:cubicBezTo>
                  <a:pt x="60222" y="107049"/>
                  <a:pt x="59781" y="107478"/>
                  <a:pt x="59781" y="108001"/>
                </a:cubicBezTo>
                <a:cubicBezTo>
                  <a:pt x="59781" y="108525"/>
                  <a:pt x="60222" y="108954"/>
                  <a:pt x="60734" y="108954"/>
                </a:cubicBezTo>
                <a:cubicBezTo>
                  <a:pt x="61258" y="108954"/>
                  <a:pt x="61686" y="108525"/>
                  <a:pt x="61686" y="108001"/>
                </a:cubicBezTo>
                <a:cubicBezTo>
                  <a:pt x="61710" y="107466"/>
                  <a:pt x="61270" y="107049"/>
                  <a:pt x="60734" y="107049"/>
                </a:cubicBezTo>
                <a:close/>
                <a:moveTo>
                  <a:pt x="70461" y="109228"/>
                </a:moveTo>
                <a:cubicBezTo>
                  <a:pt x="70759" y="109228"/>
                  <a:pt x="70997" y="109466"/>
                  <a:pt x="70997" y="109764"/>
                </a:cubicBezTo>
                <a:cubicBezTo>
                  <a:pt x="70997" y="110061"/>
                  <a:pt x="70759" y="110299"/>
                  <a:pt x="70461" y="110299"/>
                </a:cubicBezTo>
                <a:cubicBezTo>
                  <a:pt x="70164" y="110299"/>
                  <a:pt x="69926" y="110061"/>
                  <a:pt x="69926" y="109764"/>
                </a:cubicBezTo>
                <a:cubicBezTo>
                  <a:pt x="69926" y="109466"/>
                  <a:pt x="70164" y="109228"/>
                  <a:pt x="70461" y="109228"/>
                </a:cubicBezTo>
                <a:close/>
                <a:moveTo>
                  <a:pt x="60734" y="110442"/>
                </a:moveTo>
                <a:cubicBezTo>
                  <a:pt x="61032" y="110442"/>
                  <a:pt x="61270" y="110680"/>
                  <a:pt x="61270" y="110978"/>
                </a:cubicBezTo>
                <a:cubicBezTo>
                  <a:pt x="61270" y="111276"/>
                  <a:pt x="61032" y="111514"/>
                  <a:pt x="60734" y="111514"/>
                </a:cubicBezTo>
                <a:cubicBezTo>
                  <a:pt x="60436" y="111514"/>
                  <a:pt x="60198" y="111276"/>
                  <a:pt x="60198" y="110978"/>
                </a:cubicBezTo>
                <a:cubicBezTo>
                  <a:pt x="60198" y="110680"/>
                  <a:pt x="60436" y="110442"/>
                  <a:pt x="60734" y="110442"/>
                </a:cubicBezTo>
                <a:close/>
                <a:moveTo>
                  <a:pt x="32933" y="66020"/>
                </a:moveTo>
                <a:cubicBezTo>
                  <a:pt x="32492" y="66020"/>
                  <a:pt x="32111" y="66389"/>
                  <a:pt x="32111" y="66842"/>
                </a:cubicBezTo>
                <a:cubicBezTo>
                  <a:pt x="32111" y="67235"/>
                  <a:pt x="32409" y="67568"/>
                  <a:pt x="32790" y="67639"/>
                </a:cubicBezTo>
                <a:lnTo>
                  <a:pt x="32790" y="79772"/>
                </a:lnTo>
                <a:lnTo>
                  <a:pt x="20907" y="91738"/>
                </a:lnTo>
                <a:lnTo>
                  <a:pt x="20907" y="107001"/>
                </a:lnTo>
                <a:lnTo>
                  <a:pt x="16609" y="111335"/>
                </a:lnTo>
                <a:lnTo>
                  <a:pt x="5060" y="111335"/>
                </a:lnTo>
                <a:lnTo>
                  <a:pt x="5060" y="111621"/>
                </a:lnTo>
                <a:lnTo>
                  <a:pt x="16740" y="111621"/>
                </a:lnTo>
                <a:lnTo>
                  <a:pt x="21205" y="107120"/>
                </a:lnTo>
                <a:lnTo>
                  <a:pt x="21205" y="91857"/>
                </a:lnTo>
                <a:lnTo>
                  <a:pt x="33088" y="79891"/>
                </a:lnTo>
                <a:lnTo>
                  <a:pt x="33088" y="67639"/>
                </a:lnTo>
                <a:cubicBezTo>
                  <a:pt x="33469" y="67568"/>
                  <a:pt x="33754" y="67235"/>
                  <a:pt x="33754" y="66842"/>
                </a:cubicBezTo>
                <a:cubicBezTo>
                  <a:pt x="33754" y="66389"/>
                  <a:pt x="33385" y="66020"/>
                  <a:pt x="32933" y="66020"/>
                </a:cubicBezTo>
                <a:close/>
                <a:moveTo>
                  <a:pt x="60734" y="110180"/>
                </a:moveTo>
                <a:cubicBezTo>
                  <a:pt x="60293" y="110180"/>
                  <a:pt x="59924" y="110549"/>
                  <a:pt x="59924" y="110990"/>
                </a:cubicBezTo>
                <a:cubicBezTo>
                  <a:pt x="59924" y="111442"/>
                  <a:pt x="60293" y="111811"/>
                  <a:pt x="60734" y="111811"/>
                </a:cubicBezTo>
                <a:cubicBezTo>
                  <a:pt x="61186" y="111811"/>
                  <a:pt x="61555" y="111442"/>
                  <a:pt x="61555" y="110990"/>
                </a:cubicBezTo>
                <a:cubicBezTo>
                  <a:pt x="61555" y="110538"/>
                  <a:pt x="61198" y="110180"/>
                  <a:pt x="60734" y="110180"/>
                </a:cubicBezTo>
                <a:close/>
                <a:moveTo>
                  <a:pt x="50899" y="111942"/>
                </a:moveTo>
                <a:cubicBezTo>
                  <a:pt x="51197" y="111942"/>
                  <a:pt x="51435" y="112181"/>
                  <a:pt x="51435" y="112478"/>
                </a:cubicBezTo>
                <a:cubicBezTo>
                  <a:pt x="51435" y="112776"/>
                  <a:pt x="51197" y="113014"/>
                  <a:pt x="50899" y="113014"/>
                </a:cubicBezTo>
                <a:cubicBezTo>
                  <a:pt x="50602" y="113014"/>
                  <a:pt x="50364" y="112776"/>
                  <a:pt x="50364" y="112478"/>
                </a:cubicBezTo>
                <a:cubicBezTo>
                  <a:pt x="50364" y="112181"/>
                  <a:pt x="50602" y="111942"/>
                  <a:pt x="50899" y="111942"/>
                </a:cubicBezTo>
                <a:close/>
                <a:moveTo>
                  <a:pt x="35207" y="63722"/>
                </a:moveTo>
                <a:cubicBezTo>
                  <a:pt x="34766" y="63722"/>
                  <a:pt x="34397" y="64103"/>
                  <a:pt x="34397" y="64544"/>
                </a:cubicBezTo>
                <a:cubicBezTo>
                  <a:pt x="34397" y="64949"/>
                  <a:pt x="34695" y="65270"/>
                  <a:pt x="35064" y="65353"/>
                </a:cubicBezTo>
                <a:lnTo>
                  <a:pt x="35064" y="80498"/>
                </a:lnTo>
                <a:lnTo>
                  <a:pt x="23182" y="92464"/>
                </a:lnTo>
                <a:lnTo>
                  <a:pt x="23182" y="107740"/>
                </a:lnTo>
                <a:lnTo>
                  <a:pt x="17371" y="113597"/>
                </a:lnTo>
                <a:lnTo>
                  <a:pt x="5060" y="113597"/>
                </a:lnTo>
                <a:lnTo>
                  <a:pt x="5060" y="113883"/>
                </a:lnTo>
                <a:lnTo>
                  <a:pt x="17502" y="113883"/>
                </a:lnTo>
                <a:lnTo>
                  <a:pt x="23503" y="107835"/>
                </a:lnTo>
                <a:lnTo>
                  <a:pt x="23503" y="92571"/>
                </a:lnTo>
                <a:lnTo>
                  <a:pt x="23479" y="92571"/>
                </a:lnTo>
                <a:lnTo>
                  <a:pt x="35362" y="80605"/>
                </a:lnTo>
                <a:lnTo>
                  <a:pt x="35362" y="65353"/>
                </a:lnTo>
                <a:cubicBezTo>
                  <a:pt x="35755" y="65270"/>
                  <a:pt x="36028" y="64949"/>
                  <a:pt x="36028" y="64544"/>
                </a:cubicBezTo>
                <a:cubicBezTo>
                  <a:pt x="36028" y="64103"/>
                  <a:pt x="35659" y="63722"/>
                  <a:pt x="35207" y="63722"/>
                </a:cubicBezTo>
                <a:close/>
                <a:moveTo>
                  <a:pt x="60734" y="113395"/>
                </a:moveTo>
                <a:cubicBezTo>
                  <a:pt x="61032" y="113395"/>
                  <a:pt x="61270" y="113633"/>
                  <a:pt x="61270" y="113931"/>
                </a:cubicBezTo>
                <a:cubicBezTo>
                  <a:pt x="61270" y="114228"/>
                  <a:pt x="61032" y="114467"/>
                  <a:pt x="60734" y="114467"/>
                </a:cubicBezTo>
                <a:cubicBezTo>
                  <a:pt x="60436" y="114467"/>
                  <a:pt x="60198" y="114228"/>
                  <a:pt x="60198" y="113931"/>
                </a:cubicBezTo>
                <a:cubicBezTo>
                  <a:pt x="60198" y="113633"/>
                  <a:pt x="60436" y="113395"/>
                  <a:pt x="60734" y="113395"/>
                </a:cubicBezTo>
                <a:close/>
                <a:moveTo>
                  <a:pt x="60734" y="113121"/>
                </a:moveTo>
                <a:cubicBezTo>
                  <a:pt x="60293" y="113121"/>
                  <a:pt x="59924" y="113490"/>
                  <a:pt x="59924" y="113943"/>
                </a:cubicBezTo>
                <a:cubicBezTo>
                  <a:pt x="59924" y="114383"/>
                  <a:pt x="60293" y="114764"/>
                  <a:pt x="60734" y="114764"/>
                </a:cubicBezTo>
                <a:cubicBezTo>
                  <a:pt x="61186" y="114764"/>
                  <a:pt x="61555" y="114383"/>
                  <a:pt x="61555" y="113943"/>
                </a:cubicBezTo>
                <a:cubicBezTo>
                  <a:pt x="61555" y="113478"/>
                  <a:pt x="61198" y="113121"/>
                  <a:pt x="60734" y="113121"/>
                </a:cubicBezTo>
                <a:close/>
                <a:moveTo>
                  <a:pt x="50899" y="114919"/>
                </a:moveTo>
                <a:cubicBezTo>
                  <a:pt x="51197" y="114919"/>
                  <a:pt x="51435" y="115157"/>
                  <a:pt x="51435" y="115455"/>
                </a:cubicBezTo>
                <a:cubicBezTo>
                  <a:pt x="51435" y="115752"/>
                  <a:pt x="51197" y="115991"/>
                  <a:pt x="50899" y="115991"/>
                </a:cubicBezTo>
                <a:cubicBezTo>
                  <a:pt x="50602" y="115991"/>
                  <a:pt x="50364" y="115752"/>
                  <a:pt x="50364" y="115455"/>
                </a:cubicBezTo>
                <a:cubicBezTo>
                  <a:pt x="50364" y="115157"/>
                  <a:pt x="50602" y="114919"/>
                  <a:pt x="50899" y="114919"/>
                </a:cubicBezTo>
                <a:close/>
                <a:moveTo>
                  <a:pt x="37433" y="61484"/>
                </a:moveTo>
                <a:cubicBezTo>
                  <a:pt x="36981" y="61484"/>
                  <a:pt x="36612" y="61853"/>
                  <a:pt x="36612" y="62293"/>
                </a:cubicBezTo>
                <a:cubicBezTo>
                  <a:pt x="36612" y="62698"/>
                  <a:pt x="36909" y="63032"/>
                  <a:pt x="37279" y="63103"/>
                </a:cubicBezTo>
                <a:lnTo>
                  <a:pt x="37279" y="81189"/>
                </a:lnTo>
                <a:lnTo>
                  <a:pt x="25408" y="93154"/>
                </a:lnTo>
                <a:lnTo>
                  <a:pt x="25408" y="108418"/>
                </a:lnTo>
                <a:lnTo>
                  <a:pt x="18038" y="115848"/>
                </a:lnTo>
                <a:lnTo>
                  <a:pt x="5060" y="115848"/>
                </a:lnTo>
                <a:lnTo>
                  <a:pt x="5060" y="116133"/>
                </a:lnTo>
                <a:lnTo>
                  <a:pt x="18169" y="116133"/>
                </a:lnTo>
                <a:lnTo>
                  <a:pt x="25706" y="108537"/>
                </a:lnTo>
                <a:lnTo>
                  <a:pt x="25706" y="93273"/>
                </a:lnTo>
                <a:lnTo>
                  <a:pt x="37576" y="81308"/>
                </a:lnTo>
                <a:lnTo>
                  <a:pt x="37576" y="63103"/>
                </a:lnTo>
                <a:cubicBezTo>
                  <a:pt x="37969" y="63032"/>
                  <a:pt x="38255" y="62698"/>
                  <a:pt x="38255" y="62293"/>
                </a:cubicBezTo>
                <a:cubicBezTo>
                  <a:pt x="38255" y="61853"/>
                  <a:pt x="37874" y="61484"/>
                  <a:pt x="37433" y="61484"/>
                </a:cubicBezTo>
                <a:close/>
                <a:moveTo>
                  <a:pt x="50899" y="117872"/>
                </a:moveTo>
                <a:cubicBezTo>
                  <a:pt x="51197" y="117872"/>
                  <a:pt x="51435" y="118110"/>
                  <a:pt x="51435" y="118408"/>
                </a:cubicBezTo>
                <a:cubicBezTo>
                  <a:pt x="51435" y="118705"/>
                  <a:pt x="51197" y="118943"/>
                  <a:pt x="50899" y="118943"/>
                </a:cubicBezTo>
                <a:cubicBezTo>
                  <a:pt x="50602" y="118943"/>
                  <a:pt x="50364" y="118705"/>
                  <a:pt x="50364" y="118408"/>
                </a:cubicBezTo>
                <a:cubicBezTo>
                  <a:pt x="50364" y="118110"/>
                  <a:pt x="50602" y="117872"/>
                  <a:pt x="50899" y="117872"/>
                </a:cubicBezTo>
                <a:close/>
                <a:moveTo>
                  <a:pt x="10192" y="120551"/>
                </a:moveTo>
                <a:cubicBezTo>
                  <a:pt x="9680" y="120551"/>
                  <a:pt x="9239" y="120979"/>
                  <a:pt x="9239" y="121503"/>
                </a:cubicBezTo>
                <a:cubicBezTo>
                  <a:pt x="9239" y="122027"/>
                  <a:pt x="9680" y="122456"/>
                  <a:pt x="10192" y="122456"/>
                </a:cubicBezTo>
                <a:cubicBezTo>
                  <a:pt x="10728" y="122456"/>
                  <a:pt x="11144" y="122027"/>
                  <a:pt x="11144" y="121503"/>
                </a:cubicBezTo>
                <a:cubicBezTo>
                  <a:pt x="11144" y="120979"/>
                  <a:pt x="10716" y="120551"/>
                  <a:pt x="10192" y="120551"/>
                </a:cubicBezTo>
                <a:close/>
                <a:moveTo>
                  <a:pt x="12454" y="120551"/>
                </a:moveTo>
                <a:cubicBezTo>
                  <a:pt x="11942" y="120551"/>
                  <a:pt x="11502" y="120979"/>
                  <a:pt x="11502" y="121503"/>
                </a:cubicBezTo>
                <a:cubicBezTo>
                  <a:pt x="11502" y="122027"/>
                  <a:pt x="11942" y="122456"/>
                  <a:pt x="12454" y="122456"/>
                </a:cubicBezTo>
                <a:cubicBezTo>
                  <a:pt x="12978" y="122456"/>
                  <a:pt x="13407" y="122027"/>
                  <a:pt x="13407" y="121503"/>
                </a:cubicBezTo>
                <a:cubicBezTo>
                  <a:pt x="13407" y="120979"/>
                  <a:pt x="12978" y="120551"/>
                  <a:pt x="12454" y="120551"/>
                </a:cubicBezTo>
                <a:close/>
                <a:moveTo>
                  <a:pt x="14716" y="120551"/>
                </a:moveTo>
                <a:cubicBezTo>
                  <a:pt x="14204" y="120551"/>
                  <a:pt x="13764" y="120979"/>
                  <a:pt x="13764" y="121503"/>
                </a:cubicBezTo>
                <a:cubicBezTo>
                  <a:pt x="13764" y="122027"/>
                  <a:pt x="14204" y="122456"/>
                  <a:pt x="14716" y="122456"/>
                </a:cubicBezTo>
                <a:cubicBezTo>
                  <a:pt x="15240" y="122456"/>
                  <a:pt x="15669" y="122027"/>
                  <a:pt x="15669" y="121503"/>
                </a:cubicBezTo>
                <a:cubicBezTo>
                  <a:pt x="15669" y="120979"/>
                  <a:pt x="15240" y="120551"/>
                  <a:pt x="14716" y="120551"/>
                </a:cubicBezTo>
                <a:close/>
                <a:moveTo>
                  <a:pt x="53804" y="124611"/>
                </a:moveTo>
                <a:cubicBezTo>
                  <a:pt x="54102" y="124611"/>
                  <a:pt x="54340" y="124849"/>
                  <a:pt x="54340" y="125146"/>
                </a:cubicBezTo>
                <a:cubicBezTo>
                  <a:pt x="54340" y="125444"/>
                  <a:pt x="54102" y="125682"/>
                  <a:pt x="53804" y="125682"/>
                </a:cubicBezTo>
                <a:cubicBezTo>
                  <a:pt x="53507" y="125682"/>
                  <a:pt x="53269" y="125444"/>
                  <a:pt x="53269" y="125146"/>
                </a:cubicBezTo>
                <a:cubicBezTo>
                  <a:pt x="53269" y="124849"/>
                  <a:pt x="53507" y="124611"/>
                  <a:pt x="53804" y="124611"/>
                </a:cubicBezTo>
                <a:close/>
                <a:moveTo>
                  <a:pt x="10216" y="125789"/>
                </a:moveTo>
                <a:cubicBezTo>
                  <a:pt x="10513" y="125789"/>
                  <a:pt x="10751" y="126028"/>
                  <a:pt x="10751" y="126325"/>
                </a:cubicBezTo>
                <a:cubicBezTo>
                  <a:pt x="10751" y="126623"/>
                  <a:pt x="10513" y="126861"/>
                  <a:pt x="10216" y="126861"/>
                </a:cubicBezTo>
                <a:cubicBezTo>
                  <a:pt x="9918" y="126861"/>
                  <a:pt x="9680" y="126623"/>
                  <a:pt x="9680" y="126325"/>
                </a:cubicBezTo>
                <a:cubicBezTo>
                  <a:pt x="9680" y="126028"/>
                  <a:pt x="9918" y="125789"/>
                  <a:pt x="10216" y="125789"/>
                </a:cubicBezTo>
                <a:close/>
                <a:moveTo>
                  <a:pt x="12454" y="125789"/>
                </a:moveTo>
                <a:cubicBezTo>
                  <a:pt x="12752" y="125789"/>
                  <a:pt x="12990" y="126028"/>
                  <a:pt x="12990" y="126325"/>
                </a:cubicBezTo>
                <a:cubicBezTo>
                  <a:pt x="12990" y="126623"/>
                  <a:pt x="12752" y="126861"/>
                  <a:pt x="12454" y="126861"/>
                </a:cubicBezTo>
                <a:cubicBezTo>
                  <a:pt x="12156" y="126861"/>
                  <a:pt x="11918" y="126623"/>
                  <a:pt x="11918" y="126325"/>
                </a:cubicBezTo>
                <a:cubicBezTo>
                  <a:pt x="11918" y="126028"/>
                  <a:pt x="12156" y="125789"/>
                  <a:pt x="12454" y="125789"/>
                </a:cubicBezTo>
                <a:close/>
                <a:moveTo>
                  <a:pt x="14716" y="125789"/>
                </a:moveTo>
                <a:cubicBezTo>
                  <a:pt x="15014" y="125789"/>
                  <a:pt x="15252" y="126028"/>
                  <a:pt x="15252" y="126325"/>
                </a:cubicBezTo>
                <a:cubicBezTo>
                  <a:pt x="15252" y="126623"/>
                  <a:pt x="15014" y="126861"/>
                  <a:pt x="14716" y="126861"/>
                </a:cubicBezTo>
                <a:cubicBezTo>
                  <a:pt x="14419" y="126861"/>
                  <a:pt x="14180" y="126623"/>
                  <a:pt x="14180" y="126325"/>
                </a:cubicBezTo>
                <a:cubicBezTo>
                  <a:pt x="14180" y="126028"/>
                  <a:pt x="14419" y="125789"/>
                  <a:pt x="14716" y="125789"/>
                </a:cubicBezTo>
                <a:close/>
                <a:moveTo>
                  <a:pt x="50887" y="125897"/>
                </a:moveTo>
                <a:cubicBezTo>
                  <a:pt x="51185" y="125897"/>
                  <a:pt x="51423" y="126135"/>
                  <a:pt x="51423" y="126432"/>
                </a:cubicBezTo>
                <a:cubicBezTo>
                  <a:pt x="51423" y="126730"/>
                  <a:pt x="51185" y="126968"/>
                  <a:pt x="50887" y="126968"/>
                </a:cubicBezTo>
                <a:cubicBezTo>
                  <a:pt x="50590" y="126968"/>
                  <a:pt x="50352" y="126730"/>
                  <a:pt x="50352" y="126432"/>
                </a:cubicBezTo>
                <a:cubicBezTo>
                  <a:pt x="50352" y="126135"/>
                  <a:pt x="50590" y="125897"/>
                  <a:pt x="50887" y="125897"/>
                </a:cubicBezTo>
                <a:close/>
                <a:moveTo>
                  <a:pt x="56067" y="126849"/>
                </a:moveTo>
                <a:cubicBezTo>
                  <a:pt x="56364" y="126849"/>
                  <a:pt x="56602" y="127087"/>
                  <a:pt x="56602" y="127385"/>
                </a:cubicBezTo>
                <a:cubicBezTo>
                  <a:pt x="56602" y="127682"/>
                  <a:pt x="56364" y="127921"/>
                  <a:pt x="56067" y="127921"/>
                </a:cubicBezTo>
                <a:cubicBezTo>
                  <a:pt x="55769" y="127921"/>
                  <a:pt x="55531" y="127682"/>
                  <a:pt x="55531" y="127385"/>
                </a:cubicBezTo>
                <a:cubicBezTo>
                  <a:pt x="55531" y="127087"/>
                  <a:pt x="55769" y="126849"/>
                  <a:pt x="56067" y="126849"/>
                </a:cubicBezTo>
                <a:close/>
                <a:moveTo>
                  <a:pt x="58317" y="129087"/>
                </a:moveTo>
                <a:cubicBezTo>
                  <a:pt x="58615" y="129087"/>
                  <a:pt x="58853" y="129326"/>
                  <a:pt x="58853" y="129623"/>
                </a:cubicBezTo>
                <a:cubicBezTo>
                  <a:pt x="58853" y="129921"/>
                  <a:pt x="58615" y="130159"/>
                  <a:pt x="58317" y="130159"/>
                </a:cubicBezTo>
                <a:cubicBezTo>
                  <a:pt x="58019" y="130159"/>
                  <a:pt x="57781" y="129921"/>
                  <a:pt x="57781" y="129623"/>
                </a:cubicBezTo>
                <a:cubicBezTo>
                  <a:pt x="57781" y="129326"/>
                  <a:pt x="58019" y="129087"/>
                  <a:pt x="58317" y="129087"/>
                </a:cubicBezTo>
                <a:close/>
                <a:moveTo>
                  <a:pt x="142042" y="105656"/>
                </a:moveTo>
                <a:lnTo>
                  <a:pt x="142042" y="115657"/>
                </a:lnTo>
                <a:lnTo>
                  <a:pt x="157829" y="131409"/>
                </a:lnTo>
                <a:lnTo>
                  <a:pt x="158032" y="131207"/>
                </a:lnTo>
                <a:lnTo>
                  <a:pt x="142327" y="115538"/>
                </a:lnTo>
                <a:lnTo>
                  <a:pt x="142327" y="105656"/>
                </a:lnTo>
                <a:close/>
                <a:moveTo>
                  <a:pt x="139791" y="103406"/>
                </a:moveTo>
                <a:lnTo>
                  <a:pt x="139791" y="116372"/>
                </a:lnTo>
                <a:lnTo>
                  <a:pt x="155591" y="132124"/>
                </a:lnTo>
                <a:lnTo>
                  <a:pt x="155781" y="131921"/>
                </a:lnTo>
                <a:lnTo>
                  <a:pt x="140077" y="116253"/>
                </a:lnTo>
                <a:lnTo>
                  <a:pt x="140077" y="103406"/>
                </a:lnTo>
                <a:close/>
                <a:moveTo>
                  <a:pt x="87201" y="34683"/>
                </a:moveTo>
                <a:cubicBezTo>
                  <a:pt x="86749" y="34683"/>
                  <a:pt x="86380" y="35064"/>
                  <a:pt x="86380" y="35504"/>
                </a:cubicBezTo>
                <a:cubicBezTo>
                  <a:pt x="86380" y="35957"/>
                  <a:pt x="86749" y="36326"/>
                  <a:pt x="87201" y="36326"/>
                </a:cubicBezTo>
                <a:cubicBezTo>
                  <a:pt x="87380" y="36326"/>
                  <a:pt x="87523" y="36266"/>
                  <a:pt x="87654" y="36171"/>
                </a:cubicBezTo>
                <a:lnTo>
                  <a:pt x="104370" y="52876"/>
                </a:lnTo>
                <a:lnTo>
                  <a:pt x="104418" y="52923"/>
                </a:lnTo>
                <a:lnTo>
                  <a:pt x="112145" y="52923"/>
                </a:lnTo>
                <a:lnTo>
                  <a:pt x="137517" y="78260"/>
                </a:lnTo>
                <a:lnTo>
                  <a:pt x="137517" y="117098"/>
                </a:lnTo>
                <a:lnTo>
                  <a:pt x="153305" y="132850"/>
                </a:lnTo>
                <a:lnTo>
                  <a:pt x="153495" y="132647"/>
                </a:lnTo>
                <a:lnTo>
                  <a:pt x="137803" y="116979"/>
                </a:lnTo>
                <a:lnTo>
                  <a:pt x="137803" y="78129"/>
                </a:lnTo>
                <a:lnTo>
                  <a:pt x="137827" y="78129"/>
                </a:lnTo>
                <a:lnTo>
                  <a:pt x="112324" y="52673"/>
                </a:lnTo>
                <a:lnTo>
                  <a:pt x="112276" y="52626"/>
                </a:lnTo>
                <a:lnTo>
                  <a:pt x="104549" y="52626"/>
                </a:lnTo>
                <a:lnTo>
                  <a:pt x="87868" y="35969"/>
                </a:lnTo>
                <a:cubicBezTo>
                  <a:pt x="87952" y="35838"/>
                  <a:pt x="88011" y="35671"/>
                  <a:pt x="88011" y="35504"/>
                </a:cubicBezTo>
                <a:cubicBezTo>
                  <a:pt x="88011" y="35064"/>
                  <a:pt x="87642" y="34683"/>
                  <a:pt x="87201" y="34683"/>
                </a:cubicBezTo>
                <a:close/>
                <a:moveTo>
                  <a:pt x="80998" y="35540"/>
                </a:moveTo>
                <a:lnTo>
                  <a:pt x="79593" y="36945"/>
                </a:lnTo>
                <a:cubicBezTo>
                  <a:pt x="79462" y="36862"/>
                  <a:pt x="79296" y="36802"/>
                  <a:pt x="79129" y="36802"/>
                </a:cubicBezTo>
                <a:cubicBezTo>
                  <a:pt x="78689" y="36802"/>
                  <a:pt x="78319" y="37171"/>
                  <a:pt x="78319" y="37624"/>
                </a:cubicBezTo>
                <a:cubicBezTo>
                  <a:pt x="78319" y="38064"/>
                  <a:pt x="78689" y="38433"/>
                  <a:pt x="79129" y="38433"/>
                </a:cubicBezTo>
                <a:cubicBezTo>
                  <a:pt x="79581" y="38433"/>
                  <a:pt x="79951" y="38064"/>
                  <a:pt x="79951" y="37624"/>
                </a:cubicBezTo>
                <a:cubicBezTo>
                  <a:pt x="79951" y="37445"/>
                  <a:pt x="79891" y="37279"/>
                  <a:pt x="79808" y="37159"/>
                </a:cubicBezTo>
                <a:lnTo>
                  <a:pt x="81129" y="35838"/>
                </a:lnTo>
                <a:lnTo>
                  <a:pt x="84392" y="35838"/>
                </a:lnTo>
                <a:lnTo>
                  <a:pt x="103704" y="55102"/>
                </a:lnTo>
                <a:lnTo>
                  <a:pt x="103751" y="55150"/>
                </a:lnTo>
                <a:lnTo>
                  <a:pt x="111478" y="55150"/>
                </a:lnTo>
                <a:lnTo>
                  <a:pt x="135291" y="78962"/>
                </a:lnTo>
                <a:lnTo>
                  <a:pt x="135291" y="117800"/>
                </a:lnTo>
                <a:lnTo>
                  <a:pt x="151079" y="133552"/>
                </a:lnTo>
                <a:lnTo>
                  <a:pt x="151269" y="133350"/>
                </a:lnTo>
                <a:lnTo>
                  <a:pt x="135565" y="117681"/>
                </a:lnTo>
                <a:lnTo>
                  <a:pt x="135565" y="78843"/>
                </a:lnTo>
                <a:lnTo>
                  <a:pt x="111609" y="54912"/>
                </a:lnTo>
                <a:lnTo>
                  <a:pt x="111562" y="54864"/>
                </a:lnTo>
                <a:lnTo>
                  <a:pt x="103835" y="54864"/>
                </a:lnTo>
                <a:lnTo>
                  <a:pt x="88690" y="39731"/>
                </a:lnTo>
                <a:lnTo>
                  <a:pt x="84534" y="35576"/>
                </a:lnTo>
                <a:lnTo>
                  <a:pt x="84487" y="35540"/>
                </a:lnTo>
                <a:close/>
                <a:moveTo>
                  <a:pt x="82725" y="78879"/>
                </a:moveTo>
                <a:cubicBezTo>
                  <a:pt x="82272" y="78879"/>
                  <a:pt x="81903" y="79248"/>
                  <a:pt x="81903" y="79700"/>
                </a:cubicBezTo>
                <a:cubicBezTo>
                  <a:pt x="81903" y="80093"/>
                  <a:pt x="82201" y="80427"/>
                  <a:pt x="82570" y="80498"/>
                </a:cubicBezTo>
                <a:lnTo>
                  <a:pt x="82570" y="86844"/>
                </a:lnTo>
                <a:lnTo>
                  <a:pt x="84570" y="88821"/>
                </a:lnTo>
                <a:lnTo>
                  <a:pt x="86690" y="88821"/>
                </a:lnTo>
                <a:lnTo>
                  <a:pt x="89928" y="92011"/>
                </a:lnTo>
                <a:lnTo>
                  <a:pt x="89928" y="133278"/>
                </a:lnTo>
                <a:lnTo>
                  <a:pt x="83582" y="139624"/>
                </a:lnTo>
                <a:lnTo>
                  <a:pt x="83796" y="139839"/>
                </a:lnTo>
                <a:lnTo>
                  <a:pt x="90226" y="133397"/>
                </a:lnTo>
                <a:lnTo>
                  <a:pt x="90226" y="91904"/>
                </a:lnTo>
                <a:lnTo>
                  <a:pt x="86832" y="88535"/>
                </a:lnTo>
                <a:lnTo>
                  <a:pt x="84701" y="88535"/>
                </a:lnTo>
                <a:lnTo>
                  <a:pt x="82868" y="86713"/>
                </a:lnTo>
                <a:lnTo>
                  <a:pt x="82868" y="80498"/>
                </a:lnTo>
                <a:cubicBezTo>
                  <a:pt x="83261" y="80427"/>
                  <a:pt x="83534" y="80093"/>
                  <a:pt x="83534" y="79700"/>
                </a:cubicBezTo>
                <a:cubicBezTo>
                  <a:pt x="83534" y="79248"/>
                  <a:pt x="83165" y="78879"/>
                  <a:pt x="82725" y="78879"/>
                </a:cubicBezTo>
                <a:close/>
                <a:moveTo>
                  <a:pt x="110085" y="139255"/>
                </a:moveTo>
                <a:cubicBezTo>
                  <a:pt x="110383" y="139255"/>
                  <a:pt x="110621" y="139493"/>
                  <a:pt x="110621" y="139791"/>
                </a:cubicBezTo>
                <a:cubicBezTo>
                  <a:pt x="110621" y="140089"/>
                  <a:pt x="110383" y="140327"/>
                  <a:pt x="110085" y="140327"/>
                </a:cubicBezTo>
                <a:cubicBezTo>
                  <a:pt x="109788" y="140327"/>
                  <a:pt x="109550" y="140089"/>
                  <a:pt x="109550" y="139791"/>
                </a:cubicBezTo>
                <a:cubicBezTo>
                  <a:pt x="109573" y="139493"/>
                  <a:pt x="109811" y="139255"/>
                  <a:pt x="110085" y="139255"/>
                </a:cubicBezTo>
                <a:close/>
                <a:moveTo>
                  <a:pt x="110085" y="138970"/>
                </a:moveTo>
                <a:cubicBezTo>
                  <a:pt x="109645" y="138970"/>
                  <a:pt x="109276" y="139351"/>
                  <a:pt x="109276" y="139791"/>
                </a:cubicBezTo>
                <a:cubicBezTo>
                  <a:pt x="109276" y="140244"/>
                  <a:pt x="109645" y="140613"/>
                  <a:pt x="110085" y="140613"/>
                </a:cubicBezTo>
                <a:cubicBezTo>
                  <a:pt x="110538" y="140613"/>
                  <a:pt x="110907" y="140244"/>
                  <a:pt x="110907" y="139791"/>
                </a:cubicBezTo>
                <a:cubicBezTo>
                  <a:pt x="110907" y="139351"/>
                  <a:pt x="110538" y="138970"/>
                  <a:pt x="110085" y="138970"/>
                </a:cubicBezTo>
                <a:close/>
                <a:moveTo>
                  <a:pt x="50887" y="125599"/>
                </a:moveTo>
                <a:cubicBezTo>
                  <a:pt x="50435" y="125611"/>
                  <a:pt x="50078" y="125980"/>
                  <a:pt x="50078" y="126432"/>
                </a:cubicBezTo>
                <a:cubicBezTo>
                  <a:pt x="50078" y="126825"/>
                  <a:pt x="50375" y="127159"/>
                  <a:pt x="50756" y="127230"/>
                </a:cubicBezTo>
                <a:lnTo>
                  <a:pt x="50756" y="135922"/>
                </a:lnTo>
                <a:lnTo>
                  <a:pt x="46125" y="140565"/>
                </a:lnTo>
                <a:lnTo>
                  <a:pt x="46327" y="140756"/>
                </a:lnTo>
                <a:lnTo>
                  <a:pt x="51030" y="136029"/>
                </a:lnTo>
                <a:lnTo>
                  <a:pt x="51030" y="127218"/>
                </a:lnTo>
                <a:cubicBezTo>
                  <a:pt x="51423" y="127147"/>
                  <a:pt x="51709" y="126813"/>
                  <a:pt x="51709" y="126409"/>
                </a:cubicBezTo>
                <a:cubicBezTo>
                  <a:pt x="51709" y="125968"/>
                  <a:pt x="51328" y="125599"/>
                  <a:pt x="50887" y="125599"/>
                </a:cubicBezTo>
                <a:close/>
                <a:moveTo>
                  <a:pt x="29563" y="141696"/>
                </a:moveTo>
                <a:cubicBezTo>
                  <a:pt x="29861" y="141696"/>
                  <a:pt x="30099" y="141934"/>
                  <a:pt x="30099" y="142232"/>
                </a:cubicBezTo>
                <a:cubicBezTo>
                  <a:pt x="30099" y="142530"/>
                  <a:pt x="29861" y="142768"/>
                  <a:pt x="29563" y="142768"/>
                </a:cubicBezTo>
                <a:cubicBezTo>
                  <a:pt x="29266" y="142768"/>
                  <a:pt x="29028" y="142530"/>
                  <a:pt x="29028" y="142232"/>
                </a:cubicBezTo>
                <a:cubicBezTo>
                  <a:pt x="29028" y="141934"/>
                  <a:pt x="29266" y="141696"/>
                  <a:pt x="29563" y="141696"/>
                </a:cubicBezTo>
                <a:close/>
                <a:moveTo>
                  <a:pt x="51542" y="98822"/>
                </a:moveTo>
                <a:cubicBezTo>
                  <a:pt x="51090" y="98822"/>
                  <a:pt x="50721" y="99179"/>
                  <a:pt x="50721" y="99643"/>
                </a:cubicBezTo>
                <a:cubicBezTo>
                  <a:pt x="50721" y="99822"/>
                  <a:pt x="50780" y="99977"/>
                  <a:pt x="50876" y="100096"/>
                </a:cubicBezTo>
                <a:lnTo>
                  <a:pt x="48625" y="102346"/>
                </a:lnTo>
                <a:lnTo>
                  <a:pt x="48625" y="106966"/>
                </a:lnTo>
                <a:lnTo>
                  <a:pt x="39112" y="116514"/>
                </a:lnTo>
                <a:lnTo>
                  <a:pt x="39065" y="116562"/>
                </a:lnTo>
                <a:lnTo>
                  <a:pt x="39065" y="119110"/>
                </a:lnTo>
                <a:lnTo>
                  <a:pt x="29409" y="128814"/>
                </a:lnTo>
                <a:lnTo>
                  <a:pt x="29409" y="141434"/>
                </a:lnTo>
                <a:cubicBezTo>
                  <a:pt x="29028" y="141506"/>
                  <a:pt x="28742" y="141827"/>
                  <a:pt x="28742" y="142232"/>
                </a:cubicBezTo>
                <a:cubicBezTo>
                  <a:pt x="28742" y="142684"/>
                  <a:pt x="29111" y="143053"/>
                  <a:pt x="29563" y="143053"/>
                </a:cubicBezTo>
                <a:cubicBezTo>
                  <a:pt x="30004" y="143053"/>
                  <a:pt x="30373" y="142684"/>
                  <a:pt x="30373" y="142232"/>
                </a:cubicBezTo>
                <a:cubicBezTo>
                  <a:pt x="30373" y="141827"/>
                  <a:pt x="30075" y="141506"/>
                  <a:pt x="29706" y="141434"/>
                </a:cubicBezTo>
                <a:lnTo>
                  <a:pt x="29706" y="128933"/>
                </a:lnTo>
                <a:lnTo>
                  <a:pt x="39362" y="119241"/>
                </a:lnTo>
                <a:lnTo>
                  <a:pt x="39362" y="116693"/>
                </a:lnTo>
                <a:lnTo>
                  <a:pt x="48875" y="107132"/>
                </a:lnTo>
                <a:lnTo>
                  <a:pt x="48923" y="107097"/>
                </a:lnTo>
                <a:lnTo>
                  <a:pt x="48923" y="102477"/>
                </a:lnTo>
                <a:lnTo>
                  <a:pt x="51078" y="100310"/>
                </a:lnTo>
                <a:cubicBezTo>
                  <a:pt x="51209" y="100393"/>
                  <a:pt x="51376" y="100453"/>
                  <a:pt x="51542" y="100453"/>
                </a:cubicBezTo>
                <a:cubicBezTo>
                  <a:pt x="51983" y="100453"/>
                  <a:pt x="52364" y="100084"/>
                  <a:pt x="52364" y="99631"/>
                </a:cubicBezTo>
                <a:cubicBezTo>
                  <a:pt x="52364" y="99191"/>
                  <a:pt x="51983" y="98822"/>
                  <a:pt x="51542" y="98822"/>
                </a:cubicBezTo>
                <a:close/>
                <a:moveTo>
                  <a:pt x="124337" y="77212"/>
                </a:moveTo>
                <a:cubicBezTo>
                  <a:pt x="123885" y="77212"/>
                  <a:pt x="123516" y="77581"/>
                  <a:pt x="123516" y="78022"/>
                </a:cubicBezTo>
                <a:cubicBezTo>
                  <a:pt x="123516" y="78474"/>
                  <a:pt x="123885" y="78843"/>
                  <a:pt x="124337" y="78843"/>
                </a:cubicBezTo>
                <a:cubicBezTo>
                  <a:pt x="124516" y="78843"/>
                  <a:pt x="124670" y="78784"/>
                  <a:pt x="124790" y="78700"/>
                </a:cubicBezTo>
                <a:lnTo>
                  <a:pt x="129516" y="83403"/>
                </a:lnTo>
                <a:lnTo>
                  <a:pt x="129516" y="120598"/>
                </a:lnTo>
                <a:lnTo>
                  <a:pt x="152210" y="143256"/>
                </a:lnTo>
                <a:lnTo>
                  <a:pt x="152400" y="143053"/>
                </a:lnTo>
                <a:lnTo>
                  <a:pt x="129778" y="120479"/>
                </a:lnTo>
                <a:lnTo>
                  <a:pt x="129778" y="83284"/>
                </a:lnTo>
                <a:lnTo>
                  <a:pt x="129814" y="83284"/>
                </a:lnTo>
                <a:lnTo>
                  <a:pt x="125004" y="78486"/>
                </a:lnTo>
                <a:cubicBezTo>
                  <a:pt x="125087" y="78355"/>
                  <a:pt x="125147" y="78188"/>
                  <a:pt x="125147" y="78022"/>
                </a:cubicBezTo>
                <a:cubicBezTo>
                  <a:pt x="125147" y="77581"/>
                  <a:pt x="124778" y="77212"/>
                  <a:pt x="124337" y="77212"/>
                </a:cubicBezTo>
                <a:close/>
                <a:moveTo>
                  <a:pt x="110085" y="142208"/>
                </a:moveTo>
                <a:cubicBezTo>
                  <a:pt x="110383" y="142208"/>
                  <a:pt x="110621" y="142446"/>
                  <a:pt x="110621" y="142744"/>
                </a:cubicBezTo>
                <a:cubicBezTo>
                  <a:pt x="110621" y="143042"/>
                  <a:pt x="110383" y="143280"/>
                  <a:pt x="110085" y="143280"/>
                </a:cubicBezTo>
                <a:cubicBezTo>
                  <a:pt x="109788" y="143280"/>
                  <a:pt x="109550" y="143042"/>
                  <a:pt x="109550" y="142744"/>
                </a:cubicBezTo>
                <a:cubicBezTo>
                  <a:pt x="109573" y="142446"/>
                  <a:pt x="109811" y="142208"/>
                  <a:pt x="110085" y="142208"/>
                </a:cubicBezTo>
                <a:close/>
                <a:moveTo>
                  <a:pt x="110085" y="141910"/>
                </a:moveTo>
                <a:cubicBezTo>
                  <a:pt x="109645" y="141910"/>
                  <a:pt x="109276" y="142280"/>
                  <a:pt x="109276" y="142720"/>
                </a:cubicBezTo>
                <a:cubicBezTo>
                  <a:pt x="109276" y="143184"/>
                  <a:pt x="109645" y="143542"/>
                  <a:pt x="110085" y="143542"/>
                </a:cubicBezTo>
                <a:cubicBezTo>
                  <a:pt x="110538" y="143542"/>
                  <a:pt x="110907" y="143172"/>
                  <a:pt x="110907" y="142720"/>
                </a:cubicBezTo>
                <a:cubicBezTo>
                  <a:pt x="110907" y="142280"/>
                  <a:pt x="110538" y="141910"/>
                  <a:pt x="110085" y="141910"/>
                </a:cubicBezTo>
                <a:close/>
                <a:moveTo>
                  <a:pt x="85939" y="142887"/>
                </a:moveTo>
                <a:cubicBezTo>
                  <a:pt x="86237" y="142887"/>
                  <a:pt x="86475" y="143125"/>
                  <a:pt x="86475" y="143423"/>
                </a:cubicBezTo>
                <a:cubicBezTo>
                  <a:pt x="86475" y="143720"/>
                  <a:pt x="86237" y="143958"/>
                  <a:pt x="85939" y="143958"/>
                </a:cubicBezTo>
                <a:cubicBezTo>
                  <a:pt x="85642" y="143958"/>
                  <a:pt x="85404" y="143720"/>
                  <a:pt x="85404" y="143423"/>
                </a:cubicBezTo>
                <a:cubicBezTo>
                  <a:pt x="85404" y="143125"/>
                  <a:pt x="85642" y="142887"/>
                  <a:pt x="85939" y="142887"/>
                </a:cubicBezTo>
                <a:close/>
                <a:moveTo>
                  <a:pt x="76795" y="45780"/>
                </a:moveTo>
                <a:lnTo>
                  <a:pt x="76795" y="67497"/>
                </a:lnTo>
                <a:lnTo>
                  <a:pt x="91131" y="81796"/>
                </a:lnTo>
                <a:lnTo>
                  <a:pt x="91131" y="87320"/>
                </a:lnTo>
                <a:lnTo>
                  <a:pt x="94429" y="90606"/>
                </a:lnTo>
                <a:lnTo>
                  <a:pt x="94429" y="134707"/>
                </a:lnTo>
                <a:lnTo>
                  <a:pt x="86392" y="142756"/>
                </a:lnTo>
                <a:cubicBezTo>
                  <a:pt x="86261" y="142661"/>
                  <a:pt x="86094" y="142601"/>
                  <a:pt x="85939" y="142601"/>
                </a:cubicBezTo>
                <a:cubicBezTo>
                  <a:pt x="85487" y="142601"/>
                  <a:pt x="85118" y="142982"/>
                  <a:pt x="85118" y="143423"/>
                </a:cubicBezTo>
                <a:cubicBezTo>
                  <a:pt x="85118" y="143875"/>
                  <a:pt x="85487" y="144244"/>
                  <a:pt x="85939" y="144244"/>
                </a:cubicBezTo>
                <a:cubicBezTo>
                  <a:pt x="86380" y="144244"/>
                  <a:pt x="86749" y="143875"/>
                  <a:pt x="86749" y="143423"/>
                </a:cubicBezTo>
                <a:cubicBezTo>
                  <a:pt x="86749" y="143244"/>
                  <a:pt x="86690" y="143077"/>
                  <a:pt x="86606" y="142958"/>
                </a:cubicBezTo>
                <a:lnTo>
                  <a:pt x="94714" y="134826"/>
                </a:lnTo>
                <a:lnTo>
                  <a:pt x="94714" y="90476"/>
                </a:lnTo>
                <a:lnTo>
                  <a:pt x="91416" y="87177"/>
                </a:lnTo>
                <a:lnTo>
                  <a:pt x="91416" y="81653"/>
                </a:lnTo>
                <a:lnTo>
                  <a:pt x="77081" y="67354"/>
                </a:lnTo>
                <a:lnTo>
                  <a:pt x="77081" y="45780"/>
                </a:lnTo>
                <a:close/>
                <a:moveTo>
                  <a:pt x="50887" y="104644"/>
                </a:moveTo>
                <a:cubicBezTo>
                  <a:pt x="50435" y="104644"/>
                  <a:pt x="50066" y="105013"/>
                  <a:pt x="50066" y="105454"/>
                </a:cubicBezTo>
                <a:cubicBezTo>
                  <a:pt x="50066" y="105858"/>
                  <a:pt x="50364" y="106192"/>
                  <a:pt x="50733" y="106263"/>
                </a:cubicBezTo>
                <a:lnTo>
                  <a:pt x="50733" y="109418"/>
                </a:lnTo>
                <a:lnTo>
                  <a:pt x="41231" y="118967"/>
                </a:lnTo>
                <a:lnTo>
                  <a:pt x="41184" y="119015"/>
                </a:lnTo>
                <a:lnTo>
                  <a:pt x="41184" y="122872"/>
                </a:lnTo>
                <a:lnTo>
                  <a:pt x="33290" y="130802"/>
                </a:lnTo>
                <a:lnTo>
                  <a:pt x="33254" y="130850"/>
                </a:lnTo>
                <a:lnTo>
                  <a:pt x="33254" y="147518"/>
                </a:lnTo>
                <a:lnTo>
                  <a:pt x="33528" y="147518"/>
                </a:lnTo>
                <a:lnTo>
                  <a:pt x="33528" y="130957"/>
                </a:lnTo>
                <a:lnTo>
                  <a:pt x="41422" y="123015"/>
                </a:lnTo>
                <a:lnTo>
                  <a:pt x="41470" y="122980"/>
                </a:lnTo>
                <a:lnTo>
                  <a:pt x="41470" y="119134"/>
                </a:lnTo>
                <a:lnTo>
                  <a:pt x="50971" y="109585"/>
                </a:lnTo>
                <a:lnTo>
                  <a:pt x="51018" y="109537"/>
                </a:lnTo>
                <a:lnTo>
                  <a:pt x="51018" y="106263"/>
                </a:lnTo>
                <a:cubicBezTo>
                  <a:pt x="51423" y="106204"/>
                  <a:pt x="51709" y="105858"/>
                  <a:pt x="51709" y="105454"/>
                </a:cubicBezTo>
                <a:cubicBezTo>
                  <a:pt x="51709" y="105013"/>
                  <a:pt x="51328" y="104644"/>
                  <a:pt x="50887" y="104644"/>
                </a:cubicBezTo>
                <a:close/>
                <a:moveTo>
                  <a:pt x="50756" y="140005"/>
                </a:moveTo>
                <a:lnTo>
                  <a:pt x="50756" y="147685"/>
                </a:lnTo>
                <a:lnTo>
                  <a:pt x="51030" y="147685"/>
                </a:lnTo>
                <a:lnTo>
                  <a:pt x="51030" y="140005"/>
                </a:lnTo>
                <a:close/>
                <a:moveTo>
                  <a:pt x="88928" y="45327"/>
                </a:moveTo>
                <a:cubicBezTo>
                  <a:pt x="88475" y="45327"/>
                  <a:pt x="88106" y="45708"/>
                  <a:pt x="88106" y="46149"/>
                </a:cubicBezTo>
                <a:cubicBezTo>
                  <a:pt x="88106" y="46553"/>
                  <a:pt x="88404" y="46875"/>
                  <a:pt x="88773" y="46958"/>
                </a:cubicBezTo>
                <a:lnTo>
                  <a:pt x="88773" y="63698"/>
                </a:lnTo>
                <a:lnTo>
                  <a:pt x="103108" y="77998"/>
                </a:lnTo>
                <a:lnTo>
                  <a:pt x="103108" y="83522"/>
                </a:lnTo>
                <a:lnTo>
                  <a:pt x="106418" y="86808"/>
                </a:lnTo>
                <a:lnTo>
                  <a:pt x="106418" y="135183"/>
                </a:lnTo>
                <a:lnTo>
                  <a:pt x="103644" y="137958"/>
                </a:lnTo>
                <a:lnTo>
                  <a:pt x="103644" y="147887"/>
                </a:lnTo>
                <a:lnTo>
                  <a:pt x="103930" y="147887"/>
                </a:lnTo>
                <a:lnTo>
                  <a:pt x="103930" y="138065"/>
                </a:lnTo>
                <a:lnTo>
                  <a:pt x="106716" y="135302"/>
                </a:lnTo>
                <a:lnTo>
                  <a:pt x="106716" y="86689"/>
                </a:lnTo>
                <a:lnTo>
                  <a:pt x="103406" y="83403"/>
                </a:lnTo>
                <a:lnTo>
                  <a:pt x="103406" y="77879"/>
                </a:lnTo>
                <a:lnTo>
                  <a:pt x="89071" y="63579"/>
                </a:lnTo>
                <a:lnTo>
                  <a:pt x="89071" y="46958"/>
                </a:lnTo>
                <a:cubicBezTo>
                  <a:pt x="89464" y="46875"/>
                  <a:pt x="89749" y="46553"/>
                  <a:pt x="89749" y="46149"/>
                </a:cubicBezTo>
                <a:cubicBezTo>
                  <a:pt x="89749" y="45708"/>
                  <a:pt x="89368" y="45327"/>
                  <a:pt x="88928" y="45327"/>
                </a:cubicBezTo>
                <a:close/>
                <a:moveTo>
                  <a:pt x="86678" y="43101"/>
                </a:moveTo>
                <a:cubicBezTo>
                  <a:pt x="86237" y="43101"/>
                  <a:pt x="85856" y="43470"/>
                  <a:pt x="85856" y="43922"/>
                </a:cubicBezTo>
                <a:cubicBezTo>
                  <a:pt x="85856" y="44315"/>
                  <a:pt x="86154" y="44648"/>
                  <a:pt x="86535" y="44720"/>
                </a:cubicBezTo>
                <a:lnTo>
                  <a:pt x="86535" y="64425"/>
                </a:lnTo>
                <a:lnTo>
                  <a:pt x="100858" y="78724"/>
                </a:lnTo>
                <a:lnTo>
                  <a:pt x="100858" y="84249"/>
                </a:lnTo>
                <a:lnTo>
                  <a:pt x="104168" y="87535"/>
                </a:lnTo>
                <a:lnTo>
                  <a:pt x="104168" y="134481"/>
                </a:lnTo>
                <a:lnTo>
                  <a:pt x="101394" y="137267"/>
                </a:lnTo>
                <a:lnTo>
                  <a:pt x="101394" y="147899"/>
                </a:lnTo>
                <a:lnTo>
                  <a:pt x="101679" y="147899"/>
                </a:lnTo>
                <a:lnTo>
                  <a:pt x="101679" y="137386"/>
                </a:lnTo>
                <a:lnTo>
                  <a:pt x="104454" y="134600"/>
                </a:lnTo>
                <a:lnTo>
                  <a:pt x="104454" y="87416"/>
                </a:lnTo>
                <a:lnTo>
                  <a:pt x="101144" y="84130"/>
                </a:lnTo>
                <a:lnTo>
                  <a:pt x="101144" y="78605"/>
                </a:lnTo>
                <a:lnTo>
                  <a:pt x="86809" y="64306"/>
                </a:lnTo>
                <a:lnTo>
                  <a:pt x="86809" y="44720"/>
                </a:lnTo>
                <a:cubicBezTo>
                  <a:pt x="87201" y="44648"/>
                  <a:pt x="87499" y="44315"/>
                  <a:pt x="87499" y="43922"/>
                </a:cubicBezTo>
                <a:cubicBezTo>
                  <a:pt x="87499" y="43470"/>
                  <a:pt x="87130" y="43101"/>
                  <a:pt x="86678" y="43101"/>
                </a:cubicBezTo>
                <a:close/>
                <a:moveTo>
                  <a:pt x="36814" y="117276"/>
                </a:moveTo>
                <a:lnTo>
                  <a:pt x="36814" y="118396"/>
                </a:lnTo>
                <a:lnTo>
                  <a:pt x="27206" y="128052"/>
                </a:lnTo>
                <a:lnTo>
                  <a:pt x="27158" y="128099"/>
                </a:lnTo>
                <a:lnTo>
                  <a:pt x="27158" y="142994"/>
                </a:lnTo>
                <a:lnTo>
                  <a:pt x="32266" y="148054"/>
                </a:lnTo>
                <a:lnTo>
                  <a:pt x="32457" y="147840"/>
                </a:lnTo>
                <a:lnTo>
                  <a:pt x="27444" y="142863"/>
                </a:lnTo>
                <a:lnTo>
                  <a:pt x="27444" y="128218"/>
                </a:lnTo>
                <a:lnTo>
                  <a:pt x="37052" y="118550"/>
                </a:lnTo>
                <a:lnTo>
                  <a:pt x="37100" y="118515"/>
                </a:lnTo>
                <a:lnTo>
                  <a:pt x="37100" y="117276"/>
                </a:lnTo>
                <a:close/>
                <a:moveTo>
                  <a:pt x="108918" y="66699"/>
                </a:moveTo>
                <a:lnTo>
                  <a:pt x="108716" y="66901"/>
                </a:lnTo>
                <a:lnTo>
                  <a:pt x="119408" y="77557"/>
                </a:lnTo>
                <a:lnTo>
                  <a:pt x="119408" y="125396"/>
                </a:lnTo>
                <a:lnTo>
                  <a:pt x="142101" y="148066"/>
                </a:lnTo>
                <a:lnTo>
                  <a:pt x="142292" y="147864"/>
                </a:lnTo>
                <a:lnTo>
                  <a:pt x="119670" y="125277"/>
                </a:lnTo>
                <a:lnTo>
                  <a:pt x="119670" y="77450"/>
                </a:lnTo>
                <a:lnTo>
                  <a:pt x="108918" y="66699"/>
                </a:lnTo>
                <a:close/>
                <a:moveTo>
                  <a:pt x="56055" y="126563"/>
                </a:moveTo>
                <a:cubicBezTo>
                  <a:pt x="55602" y="126563"/>
                  <a:pt x="55233" y="126932"/>
                  <a:pt x="55233" y="127385"/>
                </a:cubicBezTo>
                <a:cubicBezTo>
                  <a:pt x="55233" y="127778"/>
                  <a:pt x="55531" y="128111"/>
                  <a:pt x="55900" y="128183"/>
                </a:cubicBezTo>
                <a:lnTo>
                  <a:pt x="55900" y="148161"/>
                </a:lnTo>
                <a:lnTo>
                  <a:pt x="56186" y="148161"/>
                </a:lnTo>
                <a:lnTo>
                  <a:pt x="56186" y="128183"/>
                </a:lnTo>
                <a:cubicBezTo>
                  <a:pt x="56591" y="128123"/>
                  <a:pt x="56864" y="127778"/>
                  <a:pt x="56864" y="127385"/>
                </a:cubicBezTo>
                <a:cubicBezTo>
                  <a:pt x="56864" y="126932"/>
                  <a:pt x="56495" y="126563"/>
                  <a:pt x="56055" y="126563"/>
                </a:cubicBezTo>
                <a:close/>
                <a:moveTo>
                  <a:pt x="53804" y="124325"/>
                </a:moveTo>
                <a:cubicBezTo>
                  <a:pt x="53352" y="124325"/>
                  <a:pt x="52983" y="124706"/>
                  <a:pt x="52983" y="125146"/>
                </a:cubicBezTo>
                <a:cubicBezTo>
                  <a:pt x="52983" y="125551"/>
                  <a:pt x="53281" y="125873"/>
                  <a:pt x="53650" y="125956"/>
                </a:cubicBezTo>
                <a:lnTo>
                  <a:pt x="53650" y="148173"/>
                </a:lnTo>
                <a:lnTo>
                  <a:pt x="53935" y="148173"/>
                </a:lnTo>
                <a:lnTo>
                  <a:pt x="53935" y="125956"/>
                </a:lnTo>
                <a:cubicBezTo>
                  <a:pt x="54328" y="125873"/>
                  <a:pt x="54626" y="125551"/>
                  <a:pt x="54626" y="125146"/>
                </a:cubicBezTo>
                <a:cubicBezTo>
                  <a:pt x="54626" y="124706"/>
                  <a:pt x="54245" y="124325"/>
                  <a:pt x="53804" y="124325"/>
                </a:cubicBezTo>
                <a:close/>
                <a:moveTo>
                  <a:pt x="58293" y="128814"/>
                </a:moveTo>
                <a:cubicBezTo>
                  <a:pt x="57853" y="128814"/>
                  <a:pt x="57483" y="129183"/>
                  <a:pt x="57483" y="129623"/>
                </a:cubicBezTo>
                <a:cubicBezTo>
                  <a:pt x="57495" y="130028"/>
                  <a:pt x="57793" y="130361"/>
                  <a:pt x="58162" y="130433"/>
                </a:cubicBezTo>
                <a:lnTo>
                  <a:pt x="58162" y="148173"/>
                </a:lnTo>
                <a:lnTo>
                  <a:pt x="58448" y="148173"/>
                </a:lnTo>
                <a:lnTo>
                  <a:pt x="58448" y="130433"/>
                </a:lnTo>
                <a:cubicBezTo>
                  <a:pt x="58829" y="130361"/>
                  <a:pt x="59115" y="130028"/>
                  <a:pt x="59115" y="129623"/>
                </a:cubicBezTo>
                <a:cubicBezTo>
                  <a:pt x="59115" y="129183"/>
                  <a:pt x="58746" y="128814"/>
                  <a:pt x="58293" y="128814"/>
                </a:cubicBezTo>
                <a:close/>
                <a:moveTo>
                  <a:pt x="55281" y="98691"/>
                </a:moveTo>
                <a:cubicBezTo>
                  <a:pt x="54757" y="98691"/>
                  <a:pt x="54328" y="99119"/>
                  <a:pt x="54328" y="99643"/>
                </a:cubicBezTo>
                <a:cubicBezTo>
                  <a:pt x="54328" y="99953"/>
                  <a:pt x="54471" y="100215"/>
                  <a:pt x="54709" y="100393"/>
                </a:cubicBezTo>
                <a:lnTo>
                  <a:pt x="54709" y="120455"/>
                </a:lnTo>
                <a:lnTo>
                  <a:pt x="61258" y="126968"/>
                </a:lnTo>
                <a:lnTo>
                  <a:pt x="61258" y="148173"/>
                </a:lnTo>
                <a:lnTo>
                  <a:pt x="62389" y="148173"/>
                </a:lnTo>
                <a:lnTo>
                  <a:pt x="62389" y="126468"/>
                </a:lnTo>
                <a:lnTo>
                  <a:pt x="55840" y="119967"/>
                </a:lnTo>
                <a:lnTo>
                  <a:pt x="55840" y="100393"/>
                </a:lnTo>
                <a:cubicBezTo>
                  <a:pt x="56079" y="100215"/>
                  <a:pt x="56233" y="99953"/>
                  <a:pt x="56233" y="99643"/>
                </a:cubicBezTo>
                <a:cubicBezTo>
                  <a:pt x="56233" y="99119"/>
                  <a:pt x="55793" y="98691"/>
                  <a:pt x="55281" y="98691"/>
                </a:cubicBezTo>
                <a:close/>
                <a:moveTo>
                  <a:pt x="50887" y="111669"/>
                </a:moveTo>
                <a:cubicBezTo>
                  <a:pt x="50435" y="111669"/>
                  <a:pt x="50066" y="112038"/>
                  <a:pt x="50066" y="112478"/>
                </a:cubicBezTo>
                <a:cubicBezTo>
                  <a:pt x="50066" y="112645"/>
                  <a:pt x="50114" y="112812"/>
                  <a:pt x="50197" y="112931"/>
                </a:cubicBezTo>
                <a:cubicBezTo>
                  <a:pt x="43613" y="119551"/>
                  <a:pt x="43494" y="119670"/>
                  <a:pt x="43470" y="119670"/>
                </a:cubicBezTo>
                <a:lnTo>
                  <a:pt x="43458" y="119729"/>
                </a:lnTo>
                <a:lnTo>
                  <a:pt x="43458" y="123587"/>
                </a:lnTo>
                <a:lnTo>
                  <a:pt x="35576" y="131516"/>
                </a:lnTo>
                <a:lnTo>
                  <a:pt x="35528" y="131564"/>
                </a:lnTo>
                <a:lnTo>
                  <a:pt x="35528" y="148233"/>
                </a:lnTo>
                <a:lnTo>
                  <a:pt x="35790" y="148233"/>
                </a:lnTo>
                <a:lnTo>
                  <a:pt x="35790" y="148221"/>
                </a:lnTo>
                <a:lnTo>
                  <a:pt x="35790" y="131671"/>
                </a:lnTo>
                <a:lnTo>
                  <a:pt x="43684" y="123730"/>
                </a:lnTo>
                <a:lnTo>
                  <a:pt x="43732" y="123694"/>
                </a:lnTo>
                <a:lnTo>
                  <a:pt x="43732" y="119824"/>
                </a:lnTo>
                <a:cubicBezTo>
                  <a:pt x="43863" y="119705"/>
                  <a:pt x="44113" y="119467"/>
                  <a:pt x="44565" y="119003"/>
                </a:cubicBezTo>
                <a:lnTo>
                  <a:pt x="50411" y="113133"/>
                </a:lnTo>
                <a:cubicBezTo>
                  <a:pt x="50542" y="113240"/>
                  <a:pt x="50709" y="113300"/>
                  <a:pt x="50887" y="113300"/>
                </a:cubicBezTo>
                <a:cubicBezTo>
                  <a:pt x="51328" y="113300"/>
                  <a:pt x="51709" y="112931"/>
                  <a:pt x="51709" y="112478"/>
                </a:cubicBezTo>
                <a:cubicBezTo>
                  <a:pt x="51709" y="112038"/>
                  <a:pt x="51328" y="111669"/>
                  <a:pt x="50887" y="111669"/>
                </a:cubicBezTo>
                <a:close/>
                <a:moveTo>
                  <a:pt x="43041" y="134064"/>
                </a:moveTo>
                <a:cubicBezTo>
                  <a:pt x="42505" y="134076"/>
                  <a:pt x="42077" y="134505"/>
                  <a:pt x="42077" y="135029"/>
                </a:cubicBezTo>
                <a:cubicBezTo>
                  <a:pt x="42077" y="135338"/>
                  <a:pt x="42220" y="135612"/>
                  <a:pt x="42458" y="135791"/>
                </a:cubicBezTo>
                <a:lnTo>
                  <a:pt x="42458" y="143601"/>
                </a:lnTo>
                <a:lnTo>
                  <a:pt x="47256" y="148352"/>
                </a:lnTo>
                <a:lnTo>
                  <a:pt x="48054" y="147542"/>
                </a:lnTo>
                <a:lnTo>
                  <a:pt x="43613" y="143125"/>
                </a:lnTo>
                <a:lnTo>
                  <a:pt x="43613" y="135779"/>
                </a:lnTo>
                <a:cubicBezTo>
                  <a:pt x="43851" y="135588"/>
                  <a:pt x="43994" y="135326"/>
                  <a:pt x="43994" y="135017"/>
                </a:cubicBezTo>
                <a:cubicBezTo>
                  <a:pt x="43994" y="134493"/>
                  <a:pt x="43565" y="134064"/>
                  <a:pt x="43041" y="134064"/>
                </a:cubicBezTo>
                <a:close/>
                <a:moveTo>
                  <a:pt x="84415" y="40862"/>
                </a:moveTo>
                <a:cubicBezTo>
                  <a:pt x="83975" y="40862"/>
                  <a:pt x="83594" y="41243"/>
                  <a:pt x="83594" y="41684"/>
                </a:cubicBezTo>
                <a:cubicBezTo>
                  <a:pt x="83594" y="42089"/>
                  <a:pt x="83892" y="42410"/>
                  <a:pt x="84273" y="42493"/>
                </a:cubicBezTo>
                <a:lnTo>
                  <a:pt x="84273" y="65139"/>
                </a:lnTo>
                <a:lnTo>
                  <a:pt x="98596" y="79438"/>
                </a:lnTo>
                <a:lnTo>
                  <a:pt x="98596" y="84963"/>
                </a:lnTo>
                <a:lnTo>
                  <a:pt x="101906" y="88249"/>
                </a:lnTo>
                <a:lnTo>
                  <a:pt x="101906" y="133778"/>
                </a:lnTo>
                <a:lnTo>
                  <a:pt x="99132" y="136565"/>
                </a:lnTo>
                <a:lnTo>
                  <a:pt x="99132" y="148637"/>
                </a:lnTo>
                <a:lnTo>
                  <a:pt x="99417" y="148637"/>
                </a:lnTo>
                <a:lnTo>
                  <a:pt x="99417" y="136684"/>
                </a:lnTo>
                <a:lnTo>
                  <a:pt x="102191" y="133898"/>
                </a:lnTo>
                <a:lnTo>
                  <a:pt x="102191" y="88118"/>
                </a:lnTo>
                <a:lnTo>
                  <a:pt x="98882" y="84832"/>
                </a:lnTo>
                <a:lnTo>
                  <a:pt x="98882" y="79307"/>
                </a:lnTo>
                <a:lnTo>
                  <a:pt x="84546" y="65008"/>
                </a:lnTo>
                <a:lnTo>
                  <a:pt x="84546" y="42470"/>
                </a:lnTo>
                <a:cubicBezTo>
                  <a:pt x="84951" y="42410"/>
                  <a:pt x="85237" y="42089"/>
                  <a:pt x="85237" y="41684"/>
                </a:cubicBezTo>
                <a:cubicBezTo>
                  <a:pt x="85237" y="41243"/>
                  <a:pt x="84868" y="40862"/>
                  <a:pt x="84415" y="40862"/>
                </a:cubicBezTo>
                <a:close/>
                <a:moveTo>
                  <a:pt x="105442" y="65627"/>
                </a:moveTo>
                <a:cubicBezTo>
                  <a:pt x="105001" y="65627"/>
                  <a:pt x="104632" y="66008"/>
                  <a:pt x="104632" y="66449"/>
                </a:cubicBezTo>
                <a:cubicBezTo>
                  <a:pt x="104632" y="66901"/>
                  <a:pt x="105001" y="67270"/>
                  <a:pt x="105442" y="67270"/>
                </a:cubicBezTo>
                <a:cubicBezTo>
                  <a:pt x="105620" y="67270"/>
                  <a:pt x="105787" y="67211"/>
                  <a:pt x="105906" y="67116"/>
                </a:cubicBezTo>
                <a:lnTo>
                  <a:pt x="117146" y="78319"/>
                </a:lnTo>
                <a:lnTo>
                  <a:pt x="117146" y="126135"/>
                </a:lnTo>
                <a:lnTo>
                  <a:pt x="139839" y="148792"/>
                </a:lnTo>
                <a:lnTo>
                  <a:pt x="140030" y="148590"/>
                </a:lnTo>
                <a:lnTo>
                  <a:pt x="117408" y="126016"/>
                </a:lnTo>
                <a:lnTo>
                  <a:pt x="117408" y="78188"/>
                </a:lnTo>
                <a:lnTo>
                  <a:pt x="106097" y="66913"/>
                </a:lnTo>
                <a:cubicBezTo>
                  <a:pt x="106192" y="66782"/>
                  <a:pt x="106251" y="66615"/>
                  <a:pt x="106251" y="66449"/>
                </a:cubicBezTo>
                <a:cubicBezTo>
                  <a:pt x="106251" y="65984"/>
                  <a:pt x="105894" y="65627"/>
                  <a:pt x="105442" y="65627"/>
                </a:cubicBezTo>
                <a:close/>
                <a:moveTo>
                  <a:pt x="50887" y="114621"/>
                </a:moveTo>
                <a:cubicBezTo>
                  <a:pt x="50435" y="114621"/>
                  <a:pt x="50066" y="115002"/>
                  <a:pt x="50066" y="115443"/>
                </a:cubicBezTo>
                <a:cubicBezTo>
                  <a:pt x="50066" y="115610"/>
                  <a:pt x="50114" y="115776"/>
                  <a:pt x="50197" y="115895"/>
                </a:cubicBezTo>
                <a:lnTo>
                  <a:pt x="45696" y="120420"/>
                </a:lnTo>
                <a:lnTo>
                  <a:pt x="45696" y="124265"/>
                </a:lnTo>
                <a:lnTo>
                  <a:pt x="37802" y="132207"/>
                </a:lnTo>
                <a:lnTo>
                  <a:pt x="37755" y="132243"/>
                </a:lnTo>
                <a:lnTo>
                  <a:pt x="37755" y="148911"/>
                </a:lnTo>
                <a:lnTo>
                  <a:pt x="38052" y="148911"/>
                </a:lnTo>
                <a:lnTo>
                  <a:pt x="38052" y="132362"/>
                </a:lnTo>
                <a:lnTo>
                  <a:pt x="45946" y="124432"/>
                </a:lnTo>
                <a:lnTo>
                  <a:pt x="45994" y="124384"/>
                </a:lnTo>
                <a:lnTo>
                  <a:pt x="45994" y="120539"/>
                </a:lnTo>
                <a:lnTo>
                  <a:pt x="50411" y="116098"/>
                </a:lnTo>
                <a:cubicBezTo>
                  <a:pt x="50542" y="116205"/>
                  <a:pt x="50709" y="116264"/>
                  <a:pt x="50887" y="116264"/>
                </a:cubicBezTo>
                <a:cubicBezTo>
                  <a:pt x="51328" y="116264"/>
                  <a:pt x="51709" y="115895"/>
                  <a:pt x="51709" y="115443"/>
                </a:cubicBezTo>
                <a:cubicBezTo>
                  <a:pt x="51709" y="115002"/>
                  <a:pt x="51328" y="114621"/>
                  <a:pt x="50887" y="114621"/>
                </a:cubicBezTo>
                <a:close/>
                <a:moveTo>
                  <a:pt x="82034" y="47804"/>
                </a:moveTo>
                <a:lnTo>
                  <a:pt x="82034" y="65842"/>
                </a:lnTo>
                <a:lnTo>
                  <a:pt x="96369" y="80141"/>
                </a:lnTo>
                <a:lnTo>
                  <a:pt x="96369" y="85665"/>
                </a:lnTo>
                <a:lnTo>
                  <a:pt x="99667" y="88952"/>
                </a:lnTo>
                <a:lnTo>
                  <a:pt x="99667" y="133052"/>
                </a:lnTo>
                <a:lnTo>
                  <a:pt x="96905" y="135838"/>
                </a:lnTo>
                <a:lnTo>
                  <a:pt x="96905" y="149316"/>
                </a:lnTo>
                <a:lnTo>
                  <a:pt x="97191" y="149316"/>
                </a:lnTo>
                <a:lnTo>
                  <a:pt x="97191" y="135957"/>
                </a:lnTo>
                <a:lnTo>
                  <a:pt x="99953" y="133171"/>
                </a:lnTo>
                <a:lnTo>
                  <a:pt x="99953" y="88832"/>
                </a:lnTo>
                <a:lnTo>
                  <a:pt x="96643" y="85546"/>
                </a:lnTo>
                <a:lnTo>
                  <a:pt x="96643" y="80022"/>
                </a:lnTo>
                <a:lnTo>
                  <a:pt x="82320" y="65722"/>
                </a:lnTo>
                <a:lnTo>
                  <a:pt x="82320" y="47804"/>
                </a:lnTo>
                <a:close/>
                <a:moveTo>
                  <a:pt x="70437" y="108942"/>
                </a:moveTo>
                <a:cubicBezTo>
                  <a:pt x="69997" y="108942"/>
                  <a:pt x="69628" y="109311"/>
                  <a:pt x="69628" y="109764"/>
                </a:cubicBezTo>
                <a:cubicBezTo>
                  <a:pt x="69628" y="110157"/>
                  <a:pt x="69926" y="110490"/>
                  <a:pt x="70295" y="110561"/>
                </a:cubicBezTo>
                <a:lnTo>
                  <a:pt x="70295" y="116526"/>
                </a:lnTo>
                <a:lnTo>
                  <a:pt x="73593" y="119824"/>
                </a:lnTo>
                <a:lnTo>
                  <a:pt x="73593" y="149328"/>
                </a:lnTo>
                <a:lnTo>
                  <a:pt x="73878" y="149328"/>
                </a:lnTo>
                <a:lnTo>
                  <a:pt x="73878" y="119681"/>
                </a:lnTo>
                <a:lnTo>
                  <a:pt x="70592" y="116407"/>
                </a:lnTo>
                <a:lnTo>
                  <a:pt x="70592" y="110561"/>
                </a:lnTo>
                <a:cubicBezTo>
                  <a:pt x="70973" y="110490"/>
                  <a:pt x="71259" y="110157"/>
                  <a:pt x="71259" y="109764"/>
                </a:cubicBezTo>
                <a:cubicBezTo>
                  <a:pt x="71259" y="109311"/>
                  <a:pt x="70890" y="108942"/>
                  <a:pt x="70437" y="108942"/>
                </a:cubicBezTo>
                <a:close/>
                <a:moveTo>
                  <a:pt x="65937" y="104406"/>
                </a:moveTo>
                <a:cubicBezTo>
                  <a:pt x="65484" y="104406"/>
                  <a:pt x="65115" y="104775"/>
                  <a:pt x="65115" y="105215"/>
                </a:cubicBezTo>
                <a:cubicBezTo>
                  <a:pt x="65115" y="105620"/>
                  <a:pt x="65413" y="105954"/>
                  <a:pt x="65782" y="106025"/>
                </a:cubicBezTo>
                <a:lnTo>
                  <a:pt x="65782" y="123372"/>
                </a:lnTo>
                <a:lnTo>
                  <a:pt x="69104" y="126670"/>
                </a:lnTo>
                <a:lnTo>
                  <a:pt x="69104" y="149376"/>
                </a:lnTo>
                <a:lnTo>
                  <a:pt x="69390" y="149376"/>
                </a:lnTo>
                <a:lnTo>
                  <a:pt x="69390" y="126551"/>
                </a:lnTo>
                <a:lnTo>
                  <a:pt x="66080" y="123253"/>
                </a:lnTo>
                <a:lnTo>
                  <a:pt x="66080" y="106025"/>
                </a:lnTo>
                <a:cubicBezTo>
                  <a:pt x="66473" y="105954"/>
                  <a:pt x="66747" y="105620"/>
                  <a:pt x="66747" y="105215"/>
                </a:cubicBezTo>
                <a:cubicBezTo>
                  <a:pt x="66747" y="104775"/>
                  <a:pt x="66377" y="104406"/>
                  <a:pt x="65937" y="104406"/>
                </a:cubicBezTo>
                <a:close/>
                <a:moveTo>
                  <a:pt x="68175" y="106680"/>
                </a:moveTo>
                <a:cubicBezTo>
                  <a:pt x="67735" y="106680"/>
                  <a:pt x="67366" y="107049"/>
                  <a:pt x="67366" y="107501"/>
                </a:cubicBezTo>
                <a:cubicBezTo>
                  <a:pt x="67366" y="107894"/>
                  <a:pt x="67663" y="108228"/>
                  <a:pt x="68032" y="108299"/>
                </a:cubicBezTo>
                <a:lnTo>
                  <a:pt x="68032" y="122682"/>
                </a:lnTo>
                <a:lnTo>
                  <a:pt x="71330" y="125968"/>
                </a:lnTo>
                <a:lnTo>
                  <a:pt x="71330" y="149376"/>
                </a:lnTo>
                <a:lnTo>
                  <a:pt x="71616" y="149376"/>
                </a:lnTo>
                <a:lnTo>
                  <a:pt x="71616" y="125837"/>
                </a:lnTo>
                <a:lnTo>
                  <a:pt x="68330" y="122563"/>
                </a:lnTo>
                <a:lnTo>
                  <a:pt x="68330" y="108299"/>
                </a:lnTo>
                <a:cubicBezTo>
                  <a:pt x="68711" y="108228"/>
                  <a:pt x="68997" y="107894"/>
                  <a:pt x="68997" y="107501"/>
                </a:cubicBezTo>
                <a:cubicBezTo>
                  <a:pt x="68997" y="107049"/>
                  <a:pt x="68628" y="106680"/>
                  <a:pt x="68175" y="106680"/>
                </a:cubicBezTo>
                <a:close/>
                <a:moveTo>
                  <a:pt x="102501" y="65615"/>
                </a:moveTo>
                <a:cubicBezTo>
                  <a:pt x="102049" y="65615"/>
                  <a:pt x="101679" y="65984"/>
                  <a:pt x="101679" y="66437"/>
                </a:cubicBezTo>
                <a:cubicBezTo>
                  <a:pt x="101679" y="66877"/>
                  <a:pt x="102049" y="67258"/>
                  <a:pt x="102501" y="67258"/>
                </a:cubicBezTo>
                <a:cubicBezTo>
                  <a:pt x="102680" y="67258"/>
                  <a:pt x="102846" y="67199"/>
                  <a:pt x="102965" y="67104"/>
                </a:cubicBezTo>
                <a:lnTo>
                  <a:pt x="114872" y="78974"/>
                </a:lnTo>
                <a:lnTo>
                  <a:pt x="114872" y="126825"/>
                </a:lnTo>
                <a:lnTo>
                  <a:pt x="114884" y="126825"/>
                </a:lnTo>
                <a:lnTo>
                  <a:pt x="137529" y="149447"/>
                </a:lnTo>
                <a:lnTo>
                  <a:pt x="137732" y="149245"/>
                </a:lnTo>
                <a:lnTo>
                  <a:pt x="115145" y="126706"/>
                </a:lnTo>
                <a:lnTo>
                  <a:pt x="115145" y="78867"/>
                </a:lnTo>
                <a:lnTo>
                  <a:pt x="103168" y="66901"/>
                </a:lnTo>
                <a:cubicBezTo>
                  <a:pt x="103263" y="66758"/>
                  <a:pt x="103323" y="66604"/>
                  <a:pt x="103323" y="66437"/>
                </a:cubicBezTo>
                <a:cubicBezTo>
                  <a:pt x="103323" y="65984"/>
                  <a:pt x="102942" y="65615"/>
                  <a:pt x="102501" y="65615"/>
                </a:cubicBezTo>
                <a:close/>
                <a:moveTo>
                  <a:pt x="50887" y="117574"/>
                </a:moveTo>
                <a:cubicBezTo>
                  <a:pt x="50435" y="117574"/>
                  <a:pt x="50066" y="117943"/>
                  <a:pt x="50066" y="118396"/>
                </a:cubicBezTo>
                <a:cubicBezTo>
                  <a:pt x="50066" y="118574"/>
                  <a:pt x="50125" y="118729"/>
                  <a:pt x="50221" y="118848"/>
                </a:cubicBezTo>
                <a:lnTo>
                  <a:pt x="47958" y="121134"/>
                </a:lnTo>
                <a:lnTo>
                  <a:pt x="47958" y="124980"/>
                </a:lnTo>
                <a:lnTo>
                  <a:pt x="40065" y="132921"/>
                </a:lnTo>
                <a:lnTo>
                  <a:pt x="40017" y="132957"/>
                </a:lnTo>
                <a:lnTo>
                  <a:pt x="40017" y="149626"/>
                </a:lnTo>
                <a:lnTo>
                  <a:pt x="40303" y="149626"/>
                </a:lnTo>
                <a:lnTo>
                  <a:pt x="40303" y="133076"/>
                </a:lnTo>
                <a:lnTo>
                  <a:pt x="48197" y="125146"/>
                </a:lnTo>
                <a:lnTo>
                  <a:pt x="48232" y="125099"/>
                </a:lnTo>
                <a:lnTo>
                  <a:pt x="48232" y="121253"/>
                </a:lnTo>
                <a:lnTo>
                  <a:pt x="50423" y="119062"/>
                </a:lnTo>
                <a:cubicBezTo>
                  <a:pt x="50554" y="119146"/>
                  <a:pt x="50721" y="119205"/>
                  <a:pt x="50887" y="119205"/>
                </a:cubicBezTo>
                <a:cubicBezTo>
                  <a:pt x="51328" y="119205"/>
                  <a:pt x="51709" y="118836"/>
                  <a:pt x="51709" y="118396"/>
                </a:cubicBezTo>
                <a:cubicBezTo>
                  <a:pt x="51709" y="117943"/>
                  <a:pt x="51328" y="117574"/>
                  <a:pt x="50887" y="117574"/>
                </a:cubicBezTo>
                <a:close/>
                <a:moveTo>
                  <a:pt x="76938" y="69556"/>
                </a:moveTo>
                <a:cubicBezTo>
                  <a:pt x="76498" y="69556"/>
                  <a:pt x="76129" y="69937"/>
                  <a:pt x="76129" y="70378"/>
                </a:cubicBezTo>
                <a:cubicBezTo>
                  <a:pt x="76129" y="70830"/>
                  <a:pt x="76498" y="71199"/>
                  <a:pt x="76938" y="71199"/>
                </a:cubicBezTo>
                <a:cubicBezTo>
                  <a:pt x="77129" y="71199"/>
                  <a:pt x="77284" y="71140"/>
                  <a:pt x="77403" y="71045"/>
                </a:cubicBezTo>
                <a:lnTo>
                  <a:pt x="88868" y="82486"/>
                </a:lnTo>
                <a:lnTo>
                  <a:pt x="88868" y="88011"/>
                </a:lnTo>
                <a:lnTo>
                  <a:pt x="92166" y="91309"/>
                </a:lnTo>
                <a:lnTo>
                  <a:pt x="92166" y="133993"/>
                </a:lnTo>
                <a:lnTo>
                  <a:pt x="83534" y="142649"/>
                </a:lnTo>
                <a:lnTo>
                  <a:pt x="83534" y="150042"/>
                </a:lnTo>
                <a:lnTo>
                  <a:pt x="83820" y="150042"/>
                </a:lnTo>
                <a:lnTo>
                  <a:pt x="83820" y="142768"/>
                </a:lnTo>
                <a:lnTo>
                  <a:pt x="92464" y="134112"/>
                </a:lnTo>
                <a:lnTo>
                  <a:pt x="92464" y="91190"/>
                </a:lnTo>
                <a:lnTo>
                  <a:pt x="89166" y="87892"/>
                </a:lnTo>
                <a:lnTo>
                  <a:pt x="89166" y="82379"/>
                </a:lnTo>
                <a:lnTo>
                  <a:pt x="77617" y="70842"/>
                </a:lnTo>
                <a:cubicBezTo>
                  <a:pt x="77700" y="70711"/>
                  <a:pt x="77760" y="70545"/>
                  <a:pt x="77760" y="70378"/>
                </a:cubicBezTo>
                <a:cubicBezTo>
                  <a:pt x="77760" y="69937"/>
                  <a:pt x="77391" y="69556"/>
                  <a:pt x="76938" y="69556"/>
                </a:cubicBezTo>
                <a:close/>
                <a:moveTo>
                  <a:pt x="123301" y="88487"/>
                </a:moveTo>
                <a:cubicBezTo>
                  <a:pt x="122777" y="88487"/>
                  <a:pt x="122349" y="88928"/>
                  <a:pt x="122349" y="89440"/>
                </a:cubicBezTo>
                <a:cubicBezTo>
                  <a:pt x="122349" y="89761"/>
                  <a:pt x="122504" y="90023"/>
                  <a:pt x="122742" y="90202"/>
                </a:cubicBezTo>
                <a:lnTo>
                  <a:pt x="122742" y="124408"/>
                </a:lnTo>
                <a:lnTo>
                  <a:pt x="149674" y="150447"/>
                </a:lnTo>
                <a:lnTo>
                  <a:pt x="150459" y="149626"/>
                </a:lnTo>
                <a:lnTo>
                  <a:pt x="123873" y="123932"/>
                </a:lnTo>
                <a:lnTo>
                  <a:pt x="123873" y="90202"/>
                </a:lnTo>
                <a:cubicBezTo>
                  <a:pt x="124111" y="90023"/>
                  <a:pt x="124254" y="89761"/>
                  <a:pt x="124254" y="89440"/>
                </a:cubicBezTo>
                <a:cubicBezTo>
                  <a:pt x="124254" y="88928"/>
                  <a:pt x="123825" y="88487"/>
                  <a:pt x="123301" y="88487"/>
                </a:cubicBezTo>
                <a:close/>
                <a:moveTo>
                  <a:pt x="94143" y="63687"/>
                </a:moveTo>
                <a:cubicBezTo>
                  <a:pt x="93631" y="63687"/>
                  <a:pt x="93190" y="64115"/>
                  <a:pt x="93190" y="64639"/>
                </a:cubicBezTo>
                <a:cubicBezTo>
                  <a:pt x="93190" y="65151"/>
                  <a:pt x="93631" y="65592"/>
                  <a:pt x="94143" y="65592"/>
                </a:cubicBezTo>
                <a:cubicBezTo>
                  <a:pt x="94190" y="65592"/>
                  <a:pt x="94238" y="65592"/>
                  <a:pt x="94286" y="65568"/>
                </a:cubicBezTo>
                <a:lnTo>
                  <a:pt x="109538" y="80712"/>
                </a:lnTo>
                <a:lnTo>
                  <a:pt x="109538" y="131564"/>
                </a:lnTo>
                <a:lnTo>
                  <a:pt x="109704" y="131731"/>
                </a:lnTo>
                <a:lnTo>
                  <a:pt x="121694" y="143637"/>
                </a:lnTo>
                <a:lnTo>
                  <a:pt x="128838" y="150721"/>
                </a:lnTo>
                <a:lnTo>
                  <a:pt x="129635" y="149923"/>
                </a:lnTo>
                <a:lnTo>
                  <a:pt x="121968" y="142327"/>
                </a:lnTo>
                <a:lnTo>
                  <a:pt x="110669" y="131100"/>
                </a:lnTo>
                <a:lnTo>
                  <a:pt x="110669" y="80248"/>
                </a:lnTo>
                <a:lnTo>
                  <a:pt x="95083" y="64770"/>
                </a:lnTo>
                <a:cubicBezTo>
                  <a:pt x="95083" y="64722"/>
                  <a:pt x="95095" y="64675"/>
                  <a:pt x="95095" y="64639"/>
                </a:cubicBezTo>
                <a:cubicBezTo>
                  <a:pt x="95095" y="64115"/>
                  <a:pt x="94667" y="63687"/>
                  <a:pt x="94143" y="63687"/>
                </a:cubicBezTo>
                <a:close/>
                <a:moveTo>
                  <a:pt x="73164" y="0"/>
                </a:moveTo>
                <a:cubicBezTo>
                  <a:pt x="72640" y="0"/>
                  <a:pt x="72212" y="429"/>
                  <a:pt x="72212" y="953"/>
                </a:cubicBezTo>
                <a:cubicBezTo>
                  <a:pt x="72212" y="1262"/>
                  <a:pt x="72366" y="1548"/>
                  <a:pt x="72604" y="1715"/>
                </a:cubicBezTo>
                <a:lnTo>
                  <a:pt x="72604" y="78129"/>
                </a:lnTo>
                <a:lnTo>
                  <a:pt x="77688" y="83189"/>
                </a:lnTo>
                <a:lnTo>
                  <a:pt x="77688" y="95845"/>
                </a:lnTo>
                <a:lnTo>
                  <a:pt x="84868" y="102977"/>
                </a:lnTo>
                <a:lnTo>
                  <a:pt x="84868" y="115502"/>
                </a:lnTo>
                <a:lnTo>
                  <a:pt x="80963" y="119420"/>
                </a:lnTo>
                <a:lnTo>
                  <a:pt x="80963" y="150983"/>
                </a:lnTo>
                <a:lnTo>
                  <a:pt x="82094" y="150983"/>
                </a:lnTo>
                <a:lnTo>
                  <a:pt x="82094" y="119884"/>
                </a:lnTo>
                <a:lnTo>
                  <a:pt x="85999" y="115955"/>
                </a:lnTo>
                <a:lnTo>
                  <a:pt x="85999" y="102477"/>
                </a:lnTo>
                <a:lnTo>
                  <a:pt x="78819" y="95357"/>
                </a:lnTo>
                <a:lnTo>
                  <a:pt x="78819" y="82701"/>
                </a:lnTo>
                <a:lnTo>
                  <a:pt x="73736" y="77653"/>
                </a:lnTo>
                <a:lnTo>
                  <a:pt x="73736" y="1715"/>
                </a:lnTo>
                <a:cubicBezTo>
                  <a:pt x="73974" y="1536"/>
                  <a:pt x="74117" y="1262"/>
                  <a:pt x="74117" y="953"/>
                </a:cubicBezTo>
                <a:cubicBezTo>
                  <a:pt x="74117" y="429"/>
                  <a:pt x="73688" y="0"/>
                  <a:pt x="73164" y="0"/>
                </a:cubicBezTo>
                <a:close/>
                <a:moveTo>
                  <a:pt x="55043" y="89309"/>
                </a:moveTo>
                <a:lnTo>
                  <a:pt x="34993" y="109525"/>
                </a:lnTo>
                <a:lnTo>
                  <a:pt x="30421" y="109525"/>
                </a:lnTo>
                <a:lnTo>
                  <a:pt x="19169" y="120860"/>
                </a:lnTo>
                <a:lnTo>
                  <a:pt x="19169" y="141256"/>
                </a:lnTo>
                <a:lnTo>
                  <a:pt x="30766" y="152769"/>
                </a:lnTo>
                <a:lnTo>
                  <a:pt x="31564" y="151959"/>
                </a:lnTo>
                <a:lnTo>
                  <a:pt x="20300" y="140791"/>
                </a:lnTo>
                <a:lnTo>
                  <a:pt x="20300" y="121325"/>
                </a:lnTo>
                <a:lnTo>
                  <a:pt x="30885" y="110657"/>
                </a:lnTo>
                <a:lnTo>
                  <a:pt x="35457" y="110657"/>
                </a:lnTo>
                <a:lnTo>
                  <a:pt x="55519" y="90440"/>
                </a:lnTo>
                <a:lnTo>
                  <a:pt x="59817" y="90440"/>
                </a:lnTo>
                <a:lnTo>
                  <a:pt x="62389" y="93000"/>
                </a:lnTo>
                <a:lnTo>
                  <a:pt x="62389" y="94726"/>
                </a:lnTo>
                <a:lnTo>
                  <a:pt x="77165" y="109383"/>
                </a:lnTo>
                <a:cubicBezTo>
                  <a:pt x="77165" y="109430"/>
                  <a:pt x="77153" y="109478"/>
                  <a:pt x="77153" y="109525"/>
                </a:cubicBezTo>
                <a:cubicBezTo>
                  <a:pt x="77153" y="110037"/>
                  <a:pt x="77581" y="110478"/>
                  <a:pt x="78105" y="110478"/>
                </a:cubicBezTo>
                <a:cubicBezTo>
                  <a:pt x="78629" y="110478"/>
                  <a:pt x="79058" y="110037"/>
                  <a:pt x="79058" y="109525"/>
                </a:cubicBezTo>
                <a:cubicBezTo>
                  <a:pt x="79058" y="109002"/>
                  <a:pt x="78629" y="108573"/>
                  <a:pt x="78105" y="108573"/>
                </a:cubicBezTo>
                <a:cubicBezTo>
                  <a:pt x="78057" y="108573"/>
                  <a:pt x="78010" y="108573"/>
                  <a:pt x="77974" y="108585"/>
                </a:cubicBezTo>
                <a:lnTo>
                  <a:pt x="63532" y="94250"/>
                </a:lnTo>
                <a:lnTo>
                  <a:pt x="63532" y="92511"/>
                </a:lnTo>
                <a:lnTo>
                  <a:pt x="60281" y="89309"/>
                </a:lnTo>
                <a:close/>
                <a:moveTo>
                  <a:pt x="10192" y="125504"/>
                </a:moveTo>
                <a:cubicBezTo>
                  <a:pt x="9751" y="125504"/>
                  <a:pt x="9382" y="125873"/>
                  <a:pt x="9382" y="126325"/>
                </a:cubicBezTo>
                <a:cubicBezTo>
                  <a:pt x="9382" y="126730"/>
                  <a:pt x="9680" y="127051"/>
                  <a:pt x="10049" y="127123"/>
                </a:cubicBezTo>
                <a:lnTo>
                  <a:pt x="10049" y="154936"/>
                </a:lnTo>
                <a:lnTo>
                  <a:pt x="10335" y="154936"/>
                </a:lnTo>
                <a:lnTo>
                  <a:pt x="10335" y="127123"/>
                </a:lnTo>
                <a:cubicBezTo>
                  <a:pt x="10728" y="127051"/>
                  <a:pt x="11013" y="126730"/>
                  <a:pt x="11013" y="126325"/>
                </a:cubicBezTo>
                <a:cubicBezTo>
                  <a:pt x="11013" y="125873"/>
                  <a:pt x="10644" y="125504"/>
                  <a:pt x="10192" y="125504"/>
                </a:cubicBezTo>
                <a:close/>
                <a:moveTo>
                  <a:pt x="12454" y="125504"/>
                </a:moveTo>
                <a:cubicBezTo>
                  <a:pt x="12014" y="125504"/>
                  <a:pt x="11644" y="125873"/>
                  <a:pt x="11644" y="126325"/>
                </a:cubicBezTo>
                <a:cubicBezTo>
                  <a:pt x="11644" y="126730"/>
                  <a:pt x="11942" y="127051"/>
                  <a:pt x="12311" y="127123"/>
                </a:cubicBezTo>
                <a:lnTo>
                  <a:pt x="12311" y="154936"/>
                </a:lnTo>
                <a:lnTo>
                  <a:pt x="12597" y="154936"/>
                </a:lnTo>
                <a:lnTo>
                  <a:pt x="12597" y="127123"/>
                </a:lnTo>
                <a:cubicBezTo>
                  <a:pt x="12978" y="127051"/>
                  <a:pt x="13276" y="126730"/>
                  <a:pt x="13276" y="126325"/>
                </a:cubicBezTo>
                <a:cubicBezTo>
                  <a:pt x="13276" y="125873"/>
                  <a:pt x="12906" y="125504"/>
                  <a:pt x="12454" y="125504"/>
                </a:cubicBezTo>
                <a:close/>
                <a:moveTo>
                  <a:pt x="14704" y="125504"/>
                </a:moveTo>
                <a:cubicBezTo>
                  <a:pt x="14252" y="125504"/>
                  <a:pt x="13883" y="125873"/>
                  <a:pt x="13883" y="126325"/>
                </a:cubicBezTo>
                <a:cubicBezTo>
                  <a:pt x="13883" y="126730"/>
                  <a:pt x="14180" y="127051"/>
                  <a:pt x="14550" y="127123"/>
                </a:cubicBezTo>
                <a:lnTo>
                  <a:pt x="14550" y="154948"/>
                </a:lnTo>
                <a:lnTo>
                  <a:pt x="14835" y="154948"/>
                </a:lnTo>
                <a:lnTo>
                  <a:pt x="14835" y="127123"/>
                </a:lnTo>
                <a:lnTo>
                  <a:pt x="14847" y="127123"/>
                </a:lnTo>
                <a:cubicBezTo>
                  <a:pt x="15240" y="127051"/>
                  <a:pt x="15526" y="126730"/>
                  <a:pt x="15526" y="126325"/>
                </a:cubicBezTo>
                <a:cubicBezTo>
                  <a:pt x="15526" y="125873"/>
                  <a:pt x="15145" y="125504"/>
                  <a:pt x="14704" y="12550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5899205"/>
      </p:ext>
    </p:extLst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Cybersecurity Industry by Slidesgo">
  <a:themeElements>
    <a:clrScheme name="Simple Light">
      <a:dk1>
        <a:srgbClr val="3A3E5F"/>
      </a:dk1>
      <a:lt1>
        <a:srgbClr val="FFFFFF"/>
      </a:lt1>
      <a:dk2>
        <a:srgbClr val="E0E0E0"/>
      </a:dk2>
      <a:lt2>
        <a:srgbClr val="8ED835"/>
      </a:lt2>
      <a:accent1>
        <a:srgbClr val="0BA391"/>
      </a:accent1>
      <a:accent2>
        <a:srgbClr val="09607D"/>
      </a:accent2>
      <a:accent3>
        <a:srgbClr val="F8C430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894</Words>
  <Application>Microsoft Office PowerPoint</Application>
  <PresentationFormat>Diavetítés a képernyőre (16:9 oldalarány)</PresentationFormat>
  <Paragraphs>139</Paragraphs>
  <Slides>15</Slides>
  <Notes>15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1" baseType="lpstr">
      <vt:lpstr>Archivo</vt:lpstr>
      <vt:lpstr>Arial</vt:lpstr>
      <vt:lpstr>Bebas Neue</vt:lpstr>
      <vt:lpstr>Poppins</vt:lpstr>
      <vt:lpstr>Raleway</vt:lpstr>
      <vt:lpstr>Cybersecurity Industry by Slidesgo</vt:lpstr>
      <vt:lpstr>Vizsgaremek Bemutatása</vt:lpstr>
      <vt:lpstr>PowerPoint-bemutató</vt:lpstr>
      <vt:lpstr>Telephelyek</vt:lpstr>
      <vt:lpstr>Országos Hálózat</vt:lpstr>
      <vt:lpstr>Telephely - Iroda</vt:lpstr>
      <vt:lpstr>Telephely - Gyár</vt:lpstr>
      <vt:lpstr>Telephely - Ügyfélszolgálat</vt:lpstr>
      <vt:lpstr>Bizonsági intézkedések</vt:lpstr>
      <vt:lpstr>Elkészült prototípus tesztelése</vt:lpstr>
      <vt:lpstr>Szimulátor programban tesztelés</vt:lpstr>
      <vt:lpstr>Szerver szolgáltatások tesztelése</vt:lpstr>
      <vt:lpstr>Project management</vt:lpstr>
      <vt:lpstr>Timeline of creating the final project</vt:lpstr>
      <vt:lpstr>Sharing the workload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Industry</dc:title>
  <cp:lastModifiedBy>szabi8@sulid.hu</cp:lastModifiedBy>
  <cp:revision>92</cp:revision>
  <dcterms:modified xsi:type="dcterms:W3CDTF">2025-05-27T14:37:01Z</dcterms:modified>
</cp:coreProperties>
</file>